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Quattrocento Sans" charset="-122" pitchFamily="34"/>
      <p:regular r:id="rId17"/>
    </p:embeddedFont>
    <p:embeddedFont>
      <p:font typeface="Liter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1e7c1c821849ba628d5a344667bb274b6e4469ae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85000"/>
                </a:srgbClr>
              </a:gs>
              <a:gs pos="100000">
                <a:srgbClr val="3B82F6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384810"/>
            <a:ext cx="2074545" cy="350520"/>
          </a:xfrm>
          <a:custGeom>
            <a:avLst/>
            <a:gdLst/>
            <a:ahLst/>
            <a:cxnLst/>
            <a:rect l="l" t="t" r="r" b="b"/>
            <a:pathLst>
              <a:path w="2074545" h="350520">
                <a:moveTo>
                  <a:pt x="175260" y="0"/>
                </a:moveTo>
                <a:lnTo>
                  <a:pt x="1899285" y="0"/>
                </a:lnTo>
                <a:cubicBezTo>
                  <a:pt x="1996078" y="0"/>
                  <a:pt x="2074545" y="78467"/>
                  <a:pt x="2074545" y="175260"/>
                </a:cubicBezTo>
                <a:lnTo>
                  <a:pt x="2074545" y="175260"/>
                </a:lnTo>
                <a:cubicBezTo>
                  <a:pt x="2074545" y="272053"/>
                  <a:pt x="1996078" y="350520"/>
                  <a:pt x="1899285" y="350520"/>
                </a:cubicBezTo>
                <a:lnTo>
                  <a:pt x="175260" y="350520"/>
                </a:lnTo>
                <a:cubicBezTo>
                  <a:pt x="78531" y="350520"/>
                  <a:pt x="0" y="271989"/>
                  <a:pt x="0" y="175260"/>
                </a:cubicBezTo>
                <a:lnTo>
                  <a:pt x="0" y="175260"/>
                </a:lnTo>
                <a:cubicBezTo>
                  <a:pt x="0" y="78531"/>
                  <a:pt x="78531" y="0"/>
                  <a:pt x="17526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1736" y="49339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3344" y="0"/>
                </a:moveTo>
                <a:cubicBezTo>
                  <a:pt x="74150" y="0"/>
                  <a:pt x="66675" y="7475"/>
                  <a:pt x="66675" y="16669"/>
                </a:cubicBezTo>
                <a:lnTo>
                  <a:pt x="66675" y="25003"/>
                </a:lnTo>
                <a:lnTo>
                  <a:pt x="54173" y="25003"/>
                </a:lnTo>
                <a:lnTo>
                  <a:pt x="54173" y="6251"/>
                </a:lnTo>
                <a:cubicBezTo>
                  <a:pt x="54173" y="2787"/>
                  <a:pt x="51387" y="0"/>
                  <a:pt x="47923" y="0"/>
                </a:cubicBezTo>
                <a:cubicBezTo>
                  <a:pt x="44459" y="0"/>
                  <a:pt x="41672" y="2787"/>
                  <a:pt x="41672" y="6251"/>
                </a:cubicBezTo>
                <a:lnTo>
                  <a:pt x="41672" y="25003"/>
                </a:lnTo>
                <a:lnTo>
                  <a:pt x="25003" y="25003"/>
                </a:lnTo>
                <a:lnTo>
                  <a:pt x="25003" y="6251"/>
                </a:lnTo>
                <a:cubicBezTo>
                  <a:pt x="25003" y="2787"/>
                  <a:pt x="22216" y="0"/>
                  <a:pt x="18752" y="0"/>
                </a:cubicBezTo>
                <a:cubicBezTo>
                  <a:pt x="15288" y="0"/>
                  <a:pt x="12502" y="2787"/>
                  <a:pt x="12502" y="6251"/>
                </a:cubicBezTo>
                <a:lnTo>
                  <a:pt x="12502" y="25524"/>
                </a:lnTo>
                <a:cubicBezTo>
                  <a:pt x="5313" y="27373"/>
                  <a:pt x="0" y="33910"/>
                  <a:pt x="0" y="41672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133350" y="133350"/>
                </a:lnTo>
                <a:cubicBezTo>
                  <a:pt x="142544" y="133350"/>
                  <a:pt x="150019" y="125875"/>
                  <a:pt x="150019" y="116681"/>
                </a:cubicBezTo>
                <a:lnTo>
                  <a:pt x="150019" y="66675"/>
                </a:lnTo>
                <a:cubicBezTo>
                  <a:pt x="150019" y="57481"/>
                  <a:pt x="142544" y="50006"/>
                  <a:pt x="133350" y="50006"/>
                </a:cubicBezTo>
                <a:lnTo>
                  <a:pt x="116681" y="50006"/>
                </a:lnTo>
                <a:lnTo>
                  <a:pt x="116681" y="16669"/>
                </a:lnTo>
                <a:cubicBezTo>
                  <a:pt x="116681" y="7475"/>
                  <a:pt x="109206" y="0"/>
                  <a:pt x="100013" y="0"/>
                </a:cubicBezTo>
                <a:lnTo>
                  <a:pt x="83344" y="0"/>
                </a:lnTo>
                <a:close/>
                <a:moveTo>
                  <a:pt x="100013" y="29170"/>
                </a:moveTo>
                <a:lnTo>
                  <a:pt x="100013" y="37505"/>
                </a:lnTo>
                <a:cubicBezTo>
                  <a:pt x="100013" y="39797"/>
                  <a:pt x="98137" y="41672"/>
                  <a:pt x="95845" y="41672"/>
                </a:cubicBezTo>
                <a:lnTo>
                  <a:pt x="87511" y="41672"/>
                </a:lnTo>
                <a:cubicBezTo>
                  <a:pt x="85219" y="41672"/>
                  <a:pt x="83344" y="39797"/>
                  <a:pt x="83344" y="37505"/>
                </a:cubicBezTo>
                <a:lnTo>
                  <a:pt x="83344" y="29170"/>
                </a:lnTo>
                <a:cubicBezTo>
                  <a:pt x="83344" y="26878"/>
                  <a:pt x="85219" y="25003"/>
                  <a:pt x="87511" y="25003"/>
                </a:cubicBezTo>
                <a:lnTo>
                  <a:pt x="95845" y="25003"/>
                </a:lnTo>
                <a:cubicBezTo>
                  <a:pt x="98137" y="25003"/>
                  <a:pt x="100013" y="26878"/>
                  <a:pt x="100013" y="29170"/>
                </a:cubicBezTo>
                <a:close/>
                <a:moveTo>
                  <a:pt x="95845" y="50006"/>
                </a:moveTo>
                <a:cubicBezTo>
                  <a:pt x="98137" y="50006"/>
                  <a:pt x="100013" y="51881"/>
                  <a:pt x="100013" y="54173"/>
                </a:cubicBezTo>
                <a:lnTo>
                  <a:pt x="100013" y="62508"/>
                </a:lnTo>
                <a:cubicBezTo>
                  <a:pt x="100013" y="64800"/>
                  <a:pt x="98137" y="66675"/>
                  <a:pt x="95845" y="66675"/>
                </a:cubicBezTo>
                <a:lnTo>
                  <a:pt x="87511" y="66675"/>
                </a:lnTo>
                <a:cubicBezTo>
                  <a:pt x="85219" y="66675"/>
                  <a:pt x="83344" y="64800"/>
                  <a:pt x="83344" y="62508"/>
                </a:cubicBezTo>
                <a:lnTo>
                  <a:pt x="83344" y="54173"/>
                </a:lnTo>
                <a:cubicBezTo>
                  <a:pt x="83344" y="51881"/>
                  <a:pt x="85219" y="50006"/>
                  <a:pt x="87511" y="50006"/>
                </a:cubicBezTo>
                <a:lnTo>
                  <a:pt x="95845" y="50006"/>
                </a:lnTo>
                <a:close/>
                <a:moveTo>
                  <a:pt x="100013" y="79177"/>
                </a:moveTo>
                <a:lnTo>
                  <a:pt x="100013" y="87511"/>
                </a:lnTo>
                <a:cubicBezTo>
                  <a:pt x="100013" y="8980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89803"/>
                  <a:pt x="83344" y="87511"/>
                </a:cubicBezTo>
                <a:lnTo>
                  <a:pt x="83344" y="79177"/>
                </a:lnTo>
                <a:cubicBezTo>
                  <a:pt x="83344" y="76885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6885"/>
                  <a:pt x="100013" y="79177"/>
                </a:cubicBezTo>
                <a:close/>
                <a:moveTo>
                  <a:pt x="129183" y="75009"/>
                </a:moveTo>
                <a:cubicBezTo>
                  <a:pt x="131475" y="75009"/>
                  <a:pt x="133350" y="76885"/>
                  <a:pt x="133350" y="79177"/>
                </a:cubicBezTo>
                <a:lnTo>
                  <a:pt x="133350" y="87511"/>
                </a:lnTo>
                <a:cubicBezTo>
                  <a:pt x="133350" y="89803"/>
                  <a:pt x="131475" y="91678"/>
                  <a:pt x="129183" y="91678"/>
                </a:cubicBezTo>
                <a:lnTo>
                  <a:pt x="120848" y="91678"/>
                </a:lnTo>
                <a:cubicBezTo>
                  <a:pt x="118556" y="91678"/>
                  <a:pt x="116681" y="89803"/>
                  <a:pt x="116681" y="87511"/>
                </a:cubicBezTo>
                <a:lnTo>
                  <a:pt x="116681" y="79177"/>
                </a:lnTo>
                <a:cubicBezTo>
                  <a:pt x="116681" y="76885"/>
                  <a:pt x="118556" y="75009"/>
                  <a:pt x="120848" y="75009"/>
                </a:cubicBezTo>
                <a:lnTo>
                  <a:pt x="129183" y="75009"/>
                </a:lnTo>
                <a:close/>
                <a:moveTo>
                  <a:pt x="66675" y="79177"/>
                </a:moveTo>
                <a:lnTo>
                  <a:pt x="66675" y="87511"/>
                </a:lnTo>
                <a:cubicBezTo>
                  <a:pt x="66675" y="89803"/>
                  <a:pt x="64800" y="91678"/>
                  <a:pt x="62508" y="91678"/>
                </a:cubicBezTo>
                <a:lnTo>
                  <a:pt x="54173" y="91678"/>
                </a:lnTo>
                <a:cubicBezTo>
                  <a:pt x="51881" y="91678"/>
                  <a:pt x="50006" y="89803"/>
                  <a:pt x="50006" y="87511"/>
                </a:cubicBezTo>
                <a:lnTo>
                  <a:pt x="50006" y="79177"/>
                </a:lnTo>
                <a:cubicBezTo>
                  <a:pt x="50006" y="76885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6885"/>
                  <a:pt x="66675" y="79177"/>
                </a:cubicBezTo>
                <a:close/>
                <a:moveTo>
                  <a:pt x="62508" y="50006"/>
                </a:moveTo>
                <a:cubicBezTo>
                  <a:pt x="64800" y="50006"/>
                  <a:pt x="66675" y="51881"/>
                  <a:pt x="66675" y="54173"/>
                </a:cubicBezTo>
                <a:lnTo>
                  <a:pt x="66675" y="62508"/>
                </a:lnTo>
                <a:cubicBezTo>
                  <a:pt x="66675" y="64800"/>
                  <a:pt x="64800" y="66675"/>
                  <a:pt x="62508" y="66675"/>
                </a:cubicBezTo>
                <a:lnTo>
                  <a:pt x="54173" y="66675"/>
                </a:lnTo>
                <a:cubicBezTo>
                  <a:pt x="51881" y="66675"/>
                  <a:pt x="50006" y="64800"/>
                  <a:pt x="50006" y="62508"/>
                </a:cubicBezTo>
                <a:lnTo>
                  <a:pt x="50006" y="54173"/>
                </a:lnTo>
                <a:cubicBezTo>
                  <a:pt x="50006" y="51881"/>
                  <a:pt x="51881" y="50006"/>
                  <a:pt x="54173" y="50006"/>
                </a:cubicBezTo>
                <a:lnTo>
                  <a:pt x="62508" y="50006"/>
                </a:lnTo>
                <a:close/>
                <a:moveTo>
                  <a:pt x="33337" y="79177"/>
                </a:moveTo>
                <a:lnTo>
                  <a:pt x="33337" y="87511"/>
                </a:lnTo>
                <a:cubicBezTo>
                  <a:pt x="33337" y="8980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89803"/>
                  <a:pt x="16669" y="87511"/>
                </a:cubicBezTo>
                <a:lnTo>
                  <a:pt x="16669" y="79177"/>
                </a:lnTo>
                <a:cubicBezTo>
                  <a:pt x="16669" y="76885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6885"/>
                  <a:pt x="33337" y="79177"/>
                </a:cubicBezTo>
                <a:close/>
                <a:moveTo>
                  <a:pt x="29170" y="50006"/>
                </a:moveTo>
                <a:cubicBezTo>
                  <a:pt x="31462" y="50006"/>
                  <a:pt x="33337" y="51881"/>
                  <a:pt x="33337" y="54173"/>
                </a:cubicBezTo>
                <a:lnTo>
                  <a:pt x="33337" y="62508"/>
                </a:lnTo>
                <a:cubicBezTo>
                  <a:pt x="33337" y="64800"/>
                  <a:pt x="31462" y="66675"/>
                  <a:pt x="29170" y="66675"/>
                </a:cubicBezTo>
                <a:lnTo>
                  <a:pt x="20836" y="66675"/>
                </a:lnTo>
                <a:cubicBezTo>
                  <a:pt x="18544" y="66675"/>
                  <a:pt x="16669" y="64800"/>
                  <a:pt x="16669" y="62508"/>
                </a:cubicBezTo>
                <a:lnTo>
                  <a:pt x="16669" y="54173"/>
                </a:lnTo>
                <a:cubicBezTo>
                  <a:pt x="16669" y="51881"/>
                  <a:pt x="18544" y="50006"/>
                  <a:pt x="20836" y="50006"/>
                </a:cubicBezTo>
                <a:lnTo>
                  <a:pt x="29170" y="50006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" name="Text 3"/>
          <p:cNvSpPr/>
          <p:nvPr/>
        </p:nvSpPr>
        <p:spPr>
          <a:xfrm>
            <a:off x="783908" y="464820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CITY SOLUTION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786110" y="384810"/>
            <a:ext cx="445770" cy="445770"/>
          </a:xfrm>
          <a:custGeom>
            <a:avLst/>
            <a:gdLst/>
            <a:ahLst/>
            <a:cxnLst/>
            <a:rect l="l" t="t" r="r" b="b"/>
            <a:pathLst>
              <a:path w="445770" h="445770">
                <a:moveTo>
                  <a:pt x="114300" y="0"/>
                </a:moveTo>
                <a:lnTo>
                  <a:pt x="331470" y="0"/>
                </a:lnTo>
                <a:cubicBezTo>
                  <a:pt x="394554" y="0"/>
                  <a:pt x="445770" y="51216"/>
                  <a:pt x="445770" y="114300"/>
                </a:cubicBezTo>
                <a:lnTo>
                  <a:pt x="445770" y="331470"/>
                </a:lnTo>
                <a:cubicBezTo>
                  <a:pt x="445770" y="394554"/>
                  <a:pt x="394554" y="445770"/>
                  <a:pt x="331470" y="445770"/>
                </a:cubicBezTo>
                <a:lnTo>
                  <a:pt x="114300" y="445770"/>
                </a:lnTo>
                <a:cubicBezTo>
                  <a:pt x="51216" y="445770"/>
                  <a:pt x="0" y="394554"/>
                  <a:pt x="0" y="3314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15650" y="514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07" y="11906"/>
                </a:moveTo>
                <a:lnTo>
                  <a:pt x="54955" y="11906"/>
                </a:lnTo>
                <a:cubicBezTo>
                  <a:pt x="44016" y="11906"/>
                  <a:pt x="34454" y="19385"/>
                  <a:pt x="31849" y="29989"/>
                </a:cubicBezTo>
                <a:lnTo>
                  <a:pt x="521" y="156456"/>
                </a:lnTo>
                <a:cubicBezTo>
                  <a:pt x="-2270" y="167692"/>
                  <a:pt x="6251" y="178594"/>
                  <a:pt x="17859" y="178594"/>
                </a:cubicBezTo>
                <a:lnTo>
                  <a:pt x="83307" y="178594"/>
                </a:lnTo>
                <a:lnTo>
                  <a:pt x="83307" y="154781"/>
                </a:lnTo>
                <a:cubicBezTo>
                  <a:pt x="83307" y="148196"/>
                  <a:pt x="88627" y="142875"/>
                  <a:pt x="95213" y="142875"/>
                </a:cubicBezTo>
                <a:cubicBezTo>
                  <a:pt x="101798" y="142875"/>
                  <a:pt x="107119" y="148196"/>
                  <a:pt x="107119" y="154781"/>
                </a:cubicBezTo>
                <a:lnTo>
                  <a:pt x="107119" y="178594"/>
                </a:lnTo>
                <a:lnTo>
                  <a:pt x="172641" y="178594"/>
                </a:lnTo>
                <a:cubicBezTo>
                  <a:pt x="184249" y="178594"/>
                  <a:pt x="192770" y="167692"/>
                  <a:pt x="189979" y="156456"/>
                </a:cubicBezTo>
                <a:lnTo>
                  <a:pt x="158688" y="29989"/>
                </a:lnTo>
                <a:cubicBezTo>
                  <a:pt x="156046" y="19385"/>
                  <a:pt x="146521" y="11906"/>
                  <a:pt x="135545" y="11906"/>
                </a:cubicBezTo>
                <a:lnTo>
                  <a:pt x="107119" y="11906"/>
                </a:lnTo>
                <a:lnTo>
                  <a:pt x="107119" y="35719"/>
                </a:lnTo>
                <a:cubicBezTo>
                  <a:pt x="107119" y="42304"/>
                  <a:pt x="101798" y="47625"/>
                  <a:pt x="95213" y="47625"/>
                </a:cubicBezTo>
                <a:cubicBezTo>
                  <a:pt x="88627" y="47625"/>
                  <a:pt x="83307" y="42304"/>
                  <a:pt x="83307" y="35719"/>
                </a:cubicBezTo>
                <a:lnTo>
                  <a:pt x="83307" y="11906"/>
                </a:lnTo>
                <a:close/>
                <a:moveTo>
                  <a:pt x="107119" y="83344"/>
                </a:moveTo>
                <a:lnTo>
                  <a:pt x="107119" y="107156"/>
                </a:lnTo>
                <a:cubicBezTo>
                  <a:pt x="107119" y="113742"/>
                  <a:pt x="101798" y="119063"/>
                  <a:pt x="95213" y="119063"/>
                </a:cubicBezTo>
                <a:cubicBezTo>
                  <a:pt x="88627" y="119063"/>
                  <a:pt x="83307" y="113742"/>
                  <a:pt x="83307" y="107156"/>
                </a:cubicBezTo>
                <a:lnTo>
                  <a:pt x="83307" y="83344"/>
                </a:lnTo>
                <a:cubicBezTo>
                  <a:pt x="83307" y="76758"/>
                  <a:pt x="88627" y="71438"/>
                  <a:pt x="95213" y="71438"/>
                </a:cubicBezTo>
                <a:cubicBezTo>
                  <a:pt x="101798" y="71438"/>
                  <a:pt x="107119" y="76758"/>
                  <a:pt x="107119" y="8334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Shape 6"/>
          <p:cNvSpPr/>
          <p:nvPr/>
        </p:nvSpPr>
        <p:spPr>
          <a:xfrm>
            <a:off x="11357610" y="384810"/>
            <a:ext cx="445770" cy="445770"/>
          </a:xfrm>
          <a:custGeom>
            <a:avLst/>
            <a:gdLst/>
            <a:ahLst/>
            <a:cxnLst/>
            <a:rect l="l" t="t" r="r" b="b"/>
            <a:pathLst>
              <a:path w="445770" h="445770">
                <a:moveTo>
                  <a:pt x="114300" y="0"/>
                </a:moveTo>
                <a:lnTo>
                  <a:pt x="331470" y="0"/>
                </a:lnTo>
                <a:cubicBezTo>
                  <a:pt x="394554" y="0"/>
                  <a:pt x="445770" y="51216"/>
                  <a:pt x="445770" y="114300"/>
                </a:cubicBezTo>
                <a:lnTo>
                  <a:pt x="445770" y="331470"/>
                </a:lnTo>
                <a:cubicBezTo>
                  <a:pt x="445770" y="394554"/>
                  <a:pt x="394554" y="445770"/>
                  <a:pt x="331470" y="445770"/>
                </a:cubicBezTo>
                <a:lnTo>
                  <a:pt x="114300" y="445770"/>
                </a:lnTo>
                <a:cubicBezTo>
                  <a:pt x="51216" y="445770"/>
                  <a:pt x="0" y="394554"/>
                  <a:pt x="0" y="3314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2D3EE">
              <a:alpha val="20000"/>
            </a:srgbClr>
          </a:solidFill>
          <a:ln w="1016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510963" y="5143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1" name="Text 8"/>
          <p:cNvSpPr/>
          <p:nvPr/>
        </p:nvSpPr>
        <p:spPr>
          <a:xfrm>
            <a:off x="381000" y="1666875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Transport Civic Issue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Reporting &amp; Resolution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1000" y="43910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19050" y="0"/>
                </a:moveTo>
                <a:lnTo>
                  <a:pt x="1504950" y="0"/>
                </a:lnTo>
                <a:cubicBezTo>
                  <a:pt x="1515464" y="0"/>
                  <a:pt x="1524000" y="8536"/>
                  <a:pt x="1524000" y="19050"/>
                </a:cubicBezTo>
                <a:lnTo>
                  <a:pt x="1524000" y="19050"/>
                </a:lnTo>
                <a:cubicBezTo>
                  <a:pt x="1524000" y="29564"/>
                  <a:pt x="1515464" y="38100"/>
                  <a:pt x="15049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13" name="Text 10"/>
          <p:cNvSpPr/>
          <p:nvPr/>
        </p:nvSpPr>
        <p:spPr>
          <a:xfrm>
            <a:off x="381000" y="4657725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AI-Powered Urban Transport Monitoring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81000" y="52672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76250" y="5381506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876300" y="5267206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45" kern="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76300" y="5419487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Innovators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241113" y="52672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2D3EE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2355413" y="53815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0933" y="6013"/>
                </a:moveTo>
                <a:cubicBezTo>
                  <a:pt x="78016" y="4346"/>
                  <a:pt x="74414" y="4346"/>
                  <a:pt x="71467" y="6013"/>
                </a:cubicBezTo>
                <a:lnTo>
                  <a:pt x="4792" y="44113"/>
                </a:lnTo>
                <a:cubicBezTo>
                  <a:pt x="1042" y="46256"/>
                  <a:pt x="-804" y="50661"/>
                  <a:pt x="298" y="54828"/>
                </a:cubicBezTo>
                <a:cubicBezTo>
                  <a:pt x="1399" y="58995"/>
                  <a:pt x="5209" y="61912"/>
                  <a:pt x="9525" y="61912"/>
                </a:cubicBezTo>
                <a:lnTo>
                  <a:pt x="19050" y="61912"/>
                </a:lnTo>
                <a:lnTo>
                  <a:pt x="19050" y="123825"/>
                </a:lnTo>
                <a:lnTo>
                  <a:pt x="19050" y="123825"/>
                </a:lnTo>
                <a:lnTo>
                  <a:pt x="3810" y="135255"/>
                </a:lnTo>
                <a:cubicBezTo>
                  <a:pt x="1399" y="137041"/>
                  <a:pt x="0" y="139869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42875" y="152400"/>
                </a:lnTo>
                <a:cubicBezTo>
                  <a:pt x="148144" y="152400"/>
                  <a:pt x="152400" y="148144"/>
                  <a:pt x="152400" y="142875"/>
                </a:cubicBezTo>
                <a:cubicBezTo>
                  <a:pt x="152400" y="139869"/>
                  <a:pt x="151001" y="137041"/>
                  <a:pt x="148590" y="135255"/>
                </a:cubicBezTo>
                <a:lnTo>
                  <a:pt x="133350" y="123825"/>
                </a:lnTo>
                <a:lnTo>
                  <a:pt x="133350" y="61912"/>
                </a:lnTo>
                <a:lnTo>
                  <a:pt x="142875" y="61912"/>
                </a:lnTo>
                <a:cubicBezTo>
                  <a:pt x="147191" y="61912"/>
                  <a:pt x="150971" y="58995"/>
                  <a:pt x="152073" y="54828"/>
                </a:cubicBezTo>
                <a:cubicBezTo>
                  <a:pt x="153174" y="50661"/>
                  <a:pt x="151328" y="46256"/>
                  <a:pt x="147578" y="44113"/>
                </a:cubicBezTo>
                <a:lnTo>
                  <a:pt x="80903" y="6013"/>
                </a:lnTo>
                <a:close/>
                <a:moveTo>
                  <a:pt x="119062" y="61912"/>
                </a:moveTo>
                <a:lnTo>
                  <a:pt x="119062" y="123825"/>
                </a:lnTo>
                <a:lnTo>
                  <a:pt x="100013" y="123825"/>
                </a:lnTo>
                <a:lnTo>
                  <a:pt x="100013" y="61912"/>
                </a:lnTo>
                <a:lnTo>
                  <a:pt x="119062" y="61912"/>
                </a:lnTo>
                <a:close/>
                <a:moveTo>
                  <a:pt x="85725" y="61912"/>
                </a:moveTo>
                <a:lnTo>
                  <a:pt x="85725" y="123825"/>
                </a:lnTo>
                <a:lnTo>
                  <a:pt x="66675" y="123825"/>
                </a:lnTo>
                <a:lnTo>
                  <a:pt x="66675" y="61912"/>
                </a:lnTo>
                <a:lnTo>
                  <a:pt x="85725" y="61912"/>
                </a:lnTo>
                <a:close/>
                <a:moveTo>
                  <a:pt x="52388" y="61912"/>
                </a:moveTo>
                <a:lnTo>
                  <a:pt x="52388" y="123825"/>
                </a:lnTo>
                <a:lnTo>
                  <a:pt x="33338" y="123825"/>
                </a:lnTo>
                <a:lnTo>
                  <a:pt x="33338" y="61912"/>
                </a:lnTo>
                <a:lnTo>
                  <a:pt x="52388" y="61912"/>
                </a:lnTo>
                <a:close/>
                <a:moveTo>
                  <a:pt x="76200" y="28575"/>
                </a:moveTo>
                <a:cubicBezTo>
                  <a:pt x="81457" y="28575"/>
                  <a:pt x="85725" y="32843"/>
                  <a:pt x="85725" y="38100"/>
                </a:cubicBezTo>
                <a:cubicBezTo>
                  <a:pt x="85725" y="43357"/>
                  <a:pt x="81457" y="47625"/>
                  <a:pt x="76200" y="47625"/>
                </a:cubicBezTo>
                <a:cubicBezTo>
                  <a:pt x="70943" y="47625"/>
                  <a:pt x="66675" y="43357"/>
                  <a:pt x="66675" y="38100"/>
                </a:cubicBezTo>
                <a:cubicBezTo>
                  <a:pt x="66675" y="32843"/>
                  <a:pt x="70943" y="28575"/>
                  <a:pt x="76200" y="285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0" name="Text 17"/>
          <p:cNvSpPr/>
          <p:nvPr/>
        </p:nvSpPr>
        <p:spPr>
          <a:xfrm>
            <a:off x="2736413" y="5267206"/>
            <a:ext cx="1352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45" kern="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736413" y="541948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Engineering College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333875" y="52672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457700" y="53815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1"/>
          <p:cNvSpPr/>
          <p:nvPr/>
        </p:nvSpPr>
        <p:spPr>
          <a:xfrm>
            <a:off x="4829175" y="5267206"/>
            <a:ext cx="1019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45" kern="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829175" y="5419487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February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396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4124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440949" y="548640"/>
            <a:ext cx="1369695" cy="350520"/>
          </a:xfrm>
          <a:custGeom>
            <a:avLst/>
            <a:gdLst/>
            <a:ahLst/>
            <a:cxnLst/>
            <a:rect l="l" t="t" r="r" b="b"/>
            <a:pathLst>
              <a:path w="1369695" h="350520">
                <a:moveTo>
                  <a:pt x="76200" y="0"/>
                </a:moveTo>
                <a:lnTo>
                  <a:pt x="1293495" y="0"/>
                </a:lnTo>
                <a:cubicBezTo>
                  <a:pt x="1335579" y="0"/>
                  <a:pt x="1369695" y="34116"/>
                  <a:pt x="1369695" y="76200"/>
                </a:cubicBezTo>
                <a:lnTo>
                  <a:pt x="1369695" y="274320"/>
                </a:lnTo>
                <a:cubicBezTo>
                  <a:pt x="1369695" y="316404"/>
                  <a:pt x="1335579" y="350520"/>
                  <a:pt x="1293495" y="350520"/>
                </a:cubicBezTo>
                <a:lnTo>
                  <a:pt x="76200" y="350520"/>
                </a:lnTo>
                <a:cubicBezTo>
                  <a:pt x="34144" y="350520"/>
                  <a:pt x="0" y="316376"/>
                  <a:pt x="0" y="2743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1016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16208" y="647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863858" y="62865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Issues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810" y="1299210"/>
            <a:ext cx="5627370" cy="2550795"/>
          </a:xfrm>
          <a:custGeom>
            <a:avLst/>
            <a:gdLst/>
            <a:ahLst/>
            <a:cxnLst/>
            <a:rect l="l" t="t" r="r" b="b"/>
            <a:pathLst>
              <a:path w="5627370" h="2550795">
                <a:moveTo>
                  <a:pt x="152410" y="0"/>
                </a:moveTo>
                <a:lnTo>
                  <a:pt x="5474960" y="0"/>
                </a:lnTo>
                <a:cubicBezTo>
                  <a:pt x="5559134" y="0"/>
                  <a:pt x="5627370" y="68236"/>
                  <a:pt x="5627370" y="152410"/>
                </a:cubicBezTo>
                <a:lnTo>
                  <a:pt x="5627370" y="2398385"/>
                </a:lnTo>
                <a:cubicBezTo>
                  <a:pt x="5627370" y="2482559"/>
                  <a:pt x="5559134" y="2550795"/>
                  <a:pt x="5474960" y="2550795"/>
                </a:cubicBezTo>
                <a:lnTo>
                  <a:pt x="152410" y="2550795"/>
                </a:lnTo>
                <a:cubicBezTo>
                  <a:pt x="68236" y="2550795"/>
                  <a:pt x="0" y="2482559"/>
                  <a:pt x="0" y="239838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2700000" scaled="1"/>
          </a:gradFill>
          <a:ln w="1016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2930" y="149733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14301" y="0"/>
                </a:moveTo>
                <a:lnTo>
                  <a:pt x="407669" y="0"/>
                </a:lnTo>
                <a:cubicBezTo>
                  <a:pt x="470796" y="0"/>
                  <a:pt x="521970" y="51174"/>
                  <a:pt x="521970" y="114301"/>
                </a:cubicBezTo>
                <a:lnTo>
                  <a:pt x="521970" y="407669"/>
                </a:lnTo>
                <a:cubicBezTo>
                  <a:pt x="521970" y="470796"/>
                  <a:pt x="470796" y="521970"/>
                  <a:pt x="407669" y="521970"/>
                </a:cubicBezTo>
                <a:lnTo>
                  <a:pt x="114301" y="521970"/>
                </a:lnTo>
                <a:cubicBezTo>
                  <a:pt x="51174" y="521970"/>
                  <a:pt x="0" y="470796"/>
                  <a:pt x="0" y="4076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 w="1016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99968" y="14288"/>
                </a:moveTo>
                <a:lnTo>
                  <a:pt x="65946" y="14288"/>
                </a:lnTo>
                <a:cubicBezTo>
                  <a:pt x="52819" y="14288"/>
                  <a:pt x="41344" y="23262"/>
                  <a:pt x="38219" y="35987"/>
                </a:cubicBezTo>
                <a:lnTo>
                  <a:pt x="625" y="187747"/>
                </a:lnTo>
                <a:cubicBezTo>
                  <a:pt x="-2724" y="201231"/>
                  <a:pt x="7501" y="214313"/>
                  <a:pt x="21431" y="214313"/>
                </a:cubicBezTo>
                <a:lnTo>
                  <a:pt x="99968" y="214313"/>
                </a:lnTo>
                <a:lnTo>
                  <a:pt x="99968" y="185738"/>
                </a:lnTo>
                <a:cubicBezTo>
                  <a:pt x="99968" y="177835"/>
                  <a:pt x="106353" y="171450"/>
                  <a:pt x="114255" y="171450"/>
                </a:cubicBezTo>
                <a:cubicBezTo>
                  <a:pt x="122158" y="171450"/>
                  <a:pt x="128543" y="177835"/>
                  <a:pt x="128543" y="185738"/>
                </a:cubicBezTo>
                <a:lnTo>
                  <a:pt x="128543" y="214313"/>
                </a:lnTo>
                <a:lnTo>
                  <a:pt x="207169" y="214313"/>
                </a:lnTo>
                <a:cubicBezTo>
                  <a:pt x="221099" y="214313"/>
                  <a:pt x="231324" y="201231"/>
                  <a:pt x="227975" y="187747"/>
                </a:cubicBezTo>
                <a:lnTo>
                  <a:pt x="190426" y="35987"/>
                </a:lnTo>
                <a:cubicBezTo>
                  <a:pt x="187256" y="23262"/>
                  <a:pt x="175826" y="14288"/>
                  <a:pt x="162654" y="14288"/>
                </a:cubicBezTo>
                <a:lnTo>
                  <a:pt x="128543" y="14288"/>
                </a:lnTo>
                <a:lnTo>
                  <a:pt x="128543" y="42863"/>
                </a:lnTo>
                <a:cubicBezTo>
                  <a:pt x="128543" y="50765"/>
                  <a:pt x="122158" y="57150"/>
                  <a:pt x="114255" y="57150"/>
                </a:cubicBezTo>
                <a:cubicBezTo>
                  <a:pt x="106353" y="57150"/>
                  <a:pt x="99968" y="50765"/>
                  <a:pt x="99968" y="42863"/>
                </a:cubicBezTo>
                <a:lnTo>
                  <a:pt x="99968" y="14288"/>
                </a:lnTo>
                <a:close/>
                <a:moveTo>
                  <a:pt x="128543" y="100013"/>
                </a:moveTo>
                <a:lnTo>
                  <a:pt x="128543" y="128588"/>
                </a:lnTo>
                <a:cubicBezTo>
                  <a:pt x="128543" y="136490"/>
                  <a:pt x="122158" y="142875"/>
                  <a:pt x="114255" y="142875"/>
                </a:cubicBezTo>
                <a:cubicBezTo>
                  <a:pt x="106353" y="142875"/>
                  <a:pt x="99968" y="136490"/>
                  <a:pt x="99968" y="128588"/>
                </a:cubicBezTo>
                <a:lnTo>
                  <a:pt x="99968" y="100013"/>
                </a:lnTo>
                <a:cubicBezTo>
                  <a:pt x="99968" y="92110"/>
                  <a:pt x="106353" y="85725"/>
                  <a:pt x="114255" y="85725"/>
                </a:cubicBezTo>
                <a:cubicBezTo>
                  <a:pt x="122158" y="85725"/>
                  <a:pt x="128543" y="92110"/>
                  <a:pt x="128543" y="100013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264920" y="153162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Road Conditions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4920" y="179832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Deterioration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9120" y="21983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7226" y="228409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922020" y="217932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Potholes &amp; Cracks: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Damaged roads cause accidents and vehicle damage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9120" y="25222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67226" y="260794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922020" y="2503170"/>
            <a:ext cx="4933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Broken Signals: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Malfunctioning traffic lights create dangerous intersections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9120" y="28460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7226" y="293179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922020" y="2827020"/>
            <a:ext cx="45243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Signage: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Inadequate road signs lead to navigation confusion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9120" y="3230880"/>
            <a:ext cx="5238750" cy="7620"/>
          </a:xfrm>
          <a:custGeom>
            <a:avLst/>
            <a:gdLst/>
            <a:ahLst/>
            <a:cxnLst/>
            <a:rect l="l" t="t" r="r" b="b"/>
            <a:pathLst>
              <a:path w="5238750" h="7620">
                <a:moveTo>
                  <a:pt x="0" y="0"/>
                </a:moveTo>
                <a:lnTo>
                  <a:pt x="5238750" y="0"/>
                </a:lnTo>
                <a:lnTo>
                  <a:pt x="52387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579120" y="342519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Accidents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10520" y="3387090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45,000+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6010" y="1299210"/>
            <a:ext cx="5627370" cy="2550795"/>
          </a:xfrm>
          <a:custGeom>
            <a:avLst/>
            <a:gdLst/>
            <a:ahLst/>
            <a:cxnLst/>
            <a:rect l="l" t="t" r="r" b="b"/>
            <a:pathLst>
              <a:path w="5627370" h="2550795">
                <a:moveTo>
                  <a:pt x="152410" y="0"/>
                </a:moveTo>
                <a:lnTo>
                  <a:pt x="5474960" y="0"/>
                </a:lnTo>
                <a:cubicBezTo>
                  <a:pt x="5559134" y="0"/>
                  <a:pt x="5627370" y="68236"/>
                  <a:pt x="5627370" y="152410"/>
                </a:cubicBezTo>
                <a:lnTo>
                  <a:pt x="5627370" y="2398385"/>
                </a:lnTo>
                <a:cubicBezTo>
                  <a:pt x="5627370" y="2482559"/>
                  <a:pt x="5559134" y="2550795"/>
                  <a:pt x="5474960" y="2550795"/>
                </a:cubicBezTo>
                <a:lnTo>
                  <a:pt x="152410" y="2550795"/>
                </a:lnTo>
                <a:cubicBezTo>
                  <a:pt x="68236" y="2550795"/>
                  <a:pt x="0" y="2482559"/>
                  <a:pt x="0" y="239838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2700000" scaled="1"/>
          </a:gra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4130" y="149733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14301" y="0"/>
                </a:moveTo>
                <a:lnTo>
                  <a:pt x="407669" y="0"/>
                </a:lnTo>
                <a:cubicBezTo>
                  <a:pt x="470796" y="0"/>
                  <a:pt x="521970" y="51174"/>
                  <a:pt x="521970" y="114301"/>
                </a:cubicBezTo>
                <a:lnTo>
                  <a:pt x="521970" y="407669"/>
                </a:lnTo>
                <a:cubicBezTo>
                  <a:pt x="521970" y="470796"/>
                  <a:pt x="470796" y="521970"/>
                  <a:pt x="407669" y="521970"/>
                </a:cubicBezTo>
                <a:lnTo>
                  <a:pt x="114301" y="521970"/>
                </a:lnTo>
                <a:cubicBezTo>
                  <a:pt x="51174" y="521970"/>
                  <a:pt x="0" y="470796"/>
                  <a:pt x="0" y="4076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007" y="16459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85725" y="114300"/>
                </a:moveTo>
                <a:lnTo>
                  <a:pt x="107156" y="114300"/>
                </a:lnTo>
                <a:cubicBezTo>
                  <a:pt x="115059" y="114300"/>
                  <a:pt x="121444" y="107915"/>
                  <a:pt x="121444" y="100013"/>
                </a:cubicBezTo>
                <a:cubicBezTo>
                  <a:pt x="121444" y="92110"/>
                  <a:pt x="115059" y="85725"/>
                  <a:pt x="107156" y="85725"/>
                </a:cubicBezTo>
                <a:lnTo>
                  <a:pt x="85725" y="85725"/>
                </a:lnTo>
                <a:lnTo>
                  <a:pt x="85725" y="114300"/>
                </a:lnTo>
                <a:close/>
                <a:moveTo>
                  <a:pt x="107156" y="142875"/>
                </a:moveTo>
                <a:lnTo>
                  <a:pt x="85725" y="142875"/>
                </a:lnTo>
                <a:lnTo>
                  <a:pt x="85725" y="157163"/>
                </a:lnTo>
                <a:cubicBezTo>
                  <a:pt x="85725" y="165065"/>
                  <a:pt x="79340" y="171450"/>
                  <a:pt x="71438" y="171450"/>
                </a:cubicBezTo>
                <a:cubicBezTo>
                  <a:pt x="63535" y="171450"/>
                  <a:pt x="57150" y="165065"/>
                  <a:pt x="57150" y="157163"/>
                </a:cubicBezTo>
                <a:lnTo>
                  <a:pt x="57150" y="75009"/>
                </a:lnTo>
                <a:cubicBezTo>
                  <a:pt x="57150" y="65142"/>
                  <a:pt x="65142" y="57150"/>
                  <a:pt x="75009" y="57150"/>
                </a:cubicBezTo>
                <a:lnTo>
                  <a:pt x="107156" y="57150"/>
                </a:lnTo>
                <a:cubicBezTo>
                  <a:pt x="130820" y="57150"/>
                  <a:pt x="150019" y="76349"/>
                  <a:pt x="150019" y="100013"/>
                </a:cubicBezTo>
                <a:cubicBezTo>
                  <a:pt x="150019" y="123676"/>
                  <a:pt x="130820" y="142875"/>
                  <a:pt x="107156" y="14287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056120" y="1531620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Illegal Parking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56120" y="1798320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Urban Encroachment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70320" y="21983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58426" y="228409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713220" y="2179320"/>
            <a:ext cx="4791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Unauthorized Parking: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Vehicles blocking roads and pedestrian pathways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70320" y="25222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58426" y="260794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713220" y="2503170"/>
            <a:ext cx="4648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Footpath Encroachment: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Shops and vendors occupying public spaces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70320" y="28460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58426" y="293179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713220" y="2827020"/>
            <a:ext cx="45243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No-Parking Zones: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Violations in restricted areas causing bottlenecks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70320" y="3230880"/>
            <a:ext cx="5238750" cy="7620"/>
          </a:xfrm>
          <a:custGeom>
            <a:avLst/>
            <a:gdLst/>
            <a:ahLst/>
            <a:cxnLst/>
            <a:rect l="l" t="t" r="r" b="b"/>
            <a:pathLst>
              <a:path w="5238750" h="7620">
                <a:moveTo>
                  <a:pt x="0" y="0"/>
                </a:moveTo>
                <a:lnTo>
                  <a:pt x="5238750" y="0"/>
                </a:lnTo>
                <a:lnTo>
                  <a:pt x="52387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39" name="Text 37"/>
          <p:cNvSpPr/>
          <p:nvPr/>
        </p:nvSpPr>
        <p:spPr>
          <a:xfrm>
            <a:off x="6370320" y="342519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Violations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964704" y="3387090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12,500+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4810" y="4008120"/>
            <a:ext cx="5627370" cy="2550795"/>
          </a:xfrm>
          <a:custGeom>
            <a:avLst/>
            <a:gdLst/>
            <a:ahLst/>
            <a:cxnLst/>
            <a:rect l="l" t="t" r="r" b="b"/>
            <a:pathLst>
              <a:path w="5627370" h="2550795">
                <a:moveTo>
                  <a:pt x="152410" y="0"/>
                </a:moveTo>
                <a:lnTo>
                  <a:pt x="5474960" y="0"/>
                </a:lnTo>
                <a:cubicBezTo>
                  <a:pt x="5559134" y="0"/>
                  <a:pt x="5627370" y="68236"/>
                  <a:pt x="5627370" y="152410"/>
                </a:cubicBezTo>
                <a:lnTo>
                  <a:pt x="5627370" y="2398385"/>
                </a:lnTo>
                <a:cubicBezTo>
                  <a:pt x="5627370" y="2482559"/>
                  <a:pt x="5559134" y="2550795"/>
                  <a:pt x="5474960" y="2550795"/>
                </a:cubicBezTo>
                <a:lnTo>
                  <a:pt x="152410" y="2550795"/>
                </a:lnTo>
                <a:cubicBezTo>
                  <a:pt x="68236" y="2550795"/>
                  <a:pt x="0" y="2482559"/>
                  <a:pt x="0" y="239838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2700000" scaled="1"/>
          </a:gradFill>
          <a:ln w="1016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2930" y="4206241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14301" y="0"/>
                </a:moveTo>
                <a:lnTo>
                  <a:pt x="407669" y="0"/>
                </a:lnTo>
                <a:cubicBezTo>
                  <a:pt x="470796" y="0"/>
                  <a:pt x="521970" y="51174"/>
                  <a:pt x="521970" y="114301"/>
                </a:cubicBezTo>
                <a:lnTo>
                  <a:pt x="521970" y="407669"/>
                </a:lnTo>
                <a:cubicBezTo>
                  <a:pt x="521970" y="470796"/>
                  <a:pt x="470796" y="521970"/>
                  <a:pt x="407669" y="521970"/>
                </a:cubicBezTo>
                <a:lnTo>
                  <a:pt x="114301" y="521970"/>
                </a:lnTo>
                <a:cubicBezTo>
                  <a:pt x="51174" y="521970"/>
                  <a:pt x="0" y="470796"/>
                  <a:pt x="0" y="4076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4383" y="4354831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28575" y="-14287"/>
                </a:moveTo>
                <a:cubicBezTo>
                  <a:pt x="12814" y="-14287"/>
                  <a:pt x="0" y="-1473"/>
                  <a:pt x="0" y="14288"/>
                </a:cubicBezTo>
                <a:lnTo>
                  <a:pt x="0" y="171450"/>
                </a:lnTo>
                <a:cubicBezTo>
                  <a:pt x="0" y="210919"/>
                  <a:pt x="31968" y="242888"/>
                  <a:pt x="71438" y="242888"/>
                </a:cubicBezTo>
                <a:cubicBezTo>
                  <a:pt x="110907" y="242888"/>
                  <a:pt x="142875" y="210919"/>
                  <a:pt x="142875" y="171450"/>
                </a:cubicBezTo>
                <a:lnTo>
                  <a:pt x="142875" y="14288"/>
                </a:lnTo>
                <a:cubicBezTo>
                  <a:pt x="142875" y="-1473"/>
                  <a:pt x="130061" y="-14287"/>
                  <a:pt x="114300" y="-14287"/>
                </a:cubicBezTo>
                <a:lnTo>
                  <a:pt x="28575" y="-14287"/>
                </a:lnTo>
                <a:close/>
                <a:moveTo>
                  <a:pt x="71438" y="160734"/>
                </a:moveTo>
                <a:cubicBezTo>
                  <a:pt x="85234" y="160734"/>
                  <a:pt x="96441" y="171941"/>
                  <a:pt x="96441" y="185738"/>
                </a:cubicBezTo>
                <a:cubicBezTo>
                  <a:pt x="96441" y="199534"/>
                  <a:pt x="85234" y="210741"/>
                  <a:pt x="71438" y="210741"/>
                </a:cubicBezTo>
                <a:cubicBezTo>
                  <a:pt x="57641" y="210741"/>
                  <a:pt x="46434" y="199534"/>
                  <a:pt x="46434" y="185738"/>
                </a:cubicBezTo>
                <a:cubicBezTo>
                  <a:pt x="46434" y="171941"/>
                  <a:pt x="57641" y="160734"/>
                  <a:pt x="71438" y="160734"/>
                </a:cubicBezTo>
                <a:close/>
                <a:moveTo>
                  <a:pt x="96441" y="114300"/>
                </a:moveTo>
                <a:cubicBezTo>
                  <a:pt x="96441" y="128100"/>
                  <a:pt x="85237" y="139303"/>
                  <a:pt x="71438" y="139303"/>
                </a:cubicBezTo>
                <a:cubicBezTo>
                  <a:pt x="57638" y="139303"/>
                  <a:pt x="46434" y="128100"/>
                  <a:pt x="46434" y="114300"/>
                </a:cubicBezTo>
                <a:cubicBezTo>
                  <a:pt x="46434" y="100500"/>
                  <a:pt x="57638" y="89297"/>
                  <a:pt x="71438" y="89297"/>
                </a:cubicBezTo>
                <a:cubicBezTo>
                  <a:pt x="85237" y="89297"/>
                  <a:pt x="96441" y="100500"/>
                  <a:pt x="96441" y="114300"/>
                </a:cubicBezTo>
                <a:close/>
                <a:moveTo>
                  <a:pt x="71438" y="67866"/>
                </a:moveTo>
                <a:cubicBezTo>
                  <a:pt x="57638" y="67866"/>
                  <a:pt x="46434" y="56662"/>
                  <a:pt x="46434" y="42863"/>
                </a:cubicBezTo>
                <a:cubicBezTo>
                  <a:pt x="46434" y="29063"/>
                  <a:pt x="57638" y="17859"/>
                  <a:pt x="71438" y="17859"/>
                </a:cubicBezTo>
                <a:cubicBezTo>
                  <a:pt x="85237" y="17859"/>
                  <a:pt x="96441" y="29063"/>
                  <a:pt x="96441" y="42863"/>
                </a:cubicBezTo>
                <a:cubicBezTo>
                  <a:pt x="96441" y="56662"/>
                  <a:pt x="85237" y="67866"/>
                  <a:pt x="71438" y="67866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4" name="Text 42"/>
          <p:cNvSpPr/>
          <p:nvPr/>
        </p:nvSpPr>
        <p:spPr>
          <a:xfrm>
            <a:off x="1264920" y="4240531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Congestion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64920" y="4507231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Mobility Crisis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9120" y="49072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67226" y="499300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8" name="Text 46"/>
          <p:cNvSpPr/>
          <p:nvPr/>
        </p:nvSpPr>
        <p:spPr>
          <a:xfrm>
            <a:off x="922020" y="4888231"/>
            <a:ext cx="34766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Hour Jams: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Excessive delays during rush hours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79120" y="52311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7226" y="531685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1" name="Text 49"/>
          <p:cNvSpPr/>
          <p:nvPr/>
        </p:nvSpPr>
        <p:spPr>
          <a:xfrm>
            <a:off x="922020" y="5212081"/>
            <a:ext cx="43148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Unmonitored Bottlenecks: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real-time traffic flow management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79120" y="55549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7226" y="564070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4" name="Text 52"/>
          <p:cNvSpPr/>
          <p:nvPr/>
        </p:nvSpPr>
        <p:spPr>
          <a:xfrm>
            <a:off x="922020" y="5535931"/>
            <a:ext cx="4552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Construction Zones: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Poorly managed work areas worsen congestion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79120" y="5939791"/>
            <a:ext cx="5238750" cy="7620"/>
          </a:xfrm>
          <a:custGeom>
            <a:avLst/>
            <a:gdLst/>
            <a:ahLst/>
            <a:cxnLst/>
            <a:rect l="l" t="t" r="r" b="b"/>
            <a:pathLst>
              <a:path w="5238750" h="7620">
                <a:moveTo>
                  <a:pt x="0" y="0"/>
                </a:moveTo>
                <a:lnTo>
                  <a:pt x="5238750" y="0"/>
                </a:lnTo>
                <a:lnTo>
                  <a:pt x="52387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56" name="Text 54"/>
          <p:cNvSpPr/>
          <p:nvPr/>
        </p:nvSpPr>
        <p:spPr>
          <a:xfrm>
            <a:off x="579120" y="6134100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Avg. Delay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265182" y="6096000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 min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76010" y="4008120"/>
            <a:ext cx="5627370" cy="2550795"/>
          </a:xfrm>
          <a:custGeom>
            <a:avLst/>
            <a:gdLst/>
            <a:ahLst/>
            <a:cxnLst/>
            <a:rect l="l" t="t" r="r" b="b"/>
            <a:pathLst>
              <a:path w="5627370" h="2550795">
                <a:moveTo>
                  <a:pt x="152410" y="0"/>
                </a:moveTo>
                <a:lnTo>
                  <a:pt x="5474960" y="0"/>
                </a:lnTo>
                <a:cubicBezTo>
                  <a:pt x="5559134" y="0"/>
                  <a:pt x="5627370" y="68236"/>
                  <a:pt x="5627370" y="152410"/>
                </a:cubicBezTo>
                <a:lnTo>
                  <a:pt x="5627370" y="2398385"/>
                </a:lnTo>
                <a:cubicBezTo>
                  <a:pt x="5627370" y="2482559"/>
                  <a:pt x="5559134" y="2550795"/>
                  <a:pt x="5474960" y="2550795"/>
                </a:cubicBezTo>
                <a:lnTo>
                  <a:pt x="152410" y="2550795"/>
                </a:lnTo>
                <a:cubicBezTo>
                  <a:pt x="68236" y="2550795"/>
                  <a:pt x="0" y="2482559"/>
                  <a:pt x="0" y="239838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2700000" scaled="1"/>
          </a:gradFill>
          <a:ln w="1016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74130" y="4206241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14301" y="0"/>
                </a:moveTo>
                <a:lnTo>
                  <a:pt x="407669" y="0"/>
                </a:lnTo>
                <a:cubicBezTo>
                  <a:pt x="470796" y="0"/>
                  <a:pt x="521970" y="51174"/>
                  <a:pt x="521970" y="114301"/>
                </a:cubicBezTo>
                <a:lnTo>
                  <a:pt x="521970" y="407669"/>
                </a:lnTo>
                <a:cubicBezTo>
                  <a:pt x="521970" y="470796"/>
                  <a:pt x="470796" y="521970"/>
                  <a:pt x="407669" y="521970"/>
                </a:cubicBezTo>
                <a:lnTo>
                  <a:pt x="114301" y="521970"/>
                </a:lnTo>
                <a:cubicBezTo>
                  <a:pt x="51174" y="521970"/>
                  <a:pt x="0" y="470796"/>
                  <a:pt x="0" y="4076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64748B">
              <a:alpha val="20000"/>
            </a:srgbClr>
          </a:solidFill>
          <a:ln w="1016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51295" y="435483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1" name="Text 59"/>
          <p:cNvSpPr/>
          <p:nvPr/>
        </p:nvSpPr>
        <p:spPr>
          <a:xfrm>
            <a:off x="7056120" y="4240531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Broken Complaint System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056120" y="4507231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Failures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70320" y="49072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4748B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458426" y="499300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5" name="Text 63"/>
          <p:cNvSpPr/>
          <p:nvPr/>
        </p:nvSpPr>
        <p:spPr>
          <a:xfrm>
            <a:off x="6713220" y="4888231"/>
            <a:ext cx="46767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Real-Time Tracking: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Citizens left in the dark about complaint status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70320" y="52311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4748B">
              <a:alpha val="2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458426" y="531685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8" name="Text 66"/>
          <p:cNvSpPr/>
          <p:nvPr/>
        </p:nvSpPr>
        <p:spPr>
          <a:xfrm>
            <a:off x="6713220" y="5212081"/>
            <a:ext cx="4200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Resolution: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Slow, paper-based processes cause delays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70320" y="55549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4748B">
              <a:alpha val="2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6458426" y="564070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71" name="Text 69"/>
          <p:cNvSpPr/>
          <p:nvPr/>
        </p:nvSpPr>
        <p:spPr>
          <a:xfrm>
            <a:off x="6713220" y="5535931"/>
            <a:ext cx="3943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Feedback Loop: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Resolved issues lack citizen verification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70320" y="5939791"/>
            <a:ext cx="5238750" cy="7620"/>
          </a:xfrm>
          <a:custGeom>
            <a:avLst/>
            <a:gdLst/>
            <a:ahLst/>
            <a:cxnLst/>
            <a:rect l="l" t="t" r="r" b="b"/>
            <a:pathLst>
              <a:path w="5238750" h="7620">
                <a:moveTo>
                  <a:pt x="0" y="0"/>
                </a:moveTo>
                <a:lnTo>
                  <a:pt x="5238750" y="0"/>
                </a:lnTo>
                <a:lnTo>
                  <a:pt x="52387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73" name="Text 71"/>
          <p:cNvSpPr/>
          <p:nvPr/>
        </p:nvSpPr>
        <p:spPr>
          <a:xfrm>
            <a:off x="6370320" y="613410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Resolution Time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0858620" y="6096000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30+ days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Existing System Gaps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shortcomings preventing effective urban transport management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600200"/>
            <a:ext cx="6486525" cy="1352550"/>
          </a:xfrm>
          <a:custGeom>
            <a:avLst/>
            <a:gdLst/>
            <a:ahLst/>
            <a:cxnLst/>
            <a:rect l="l" t="t" r="r" b="b"/>
            <a:pathLst>
              <a:path w="6486525" h="1352550">
                <a:moveTo>
                  <a:pt x="0" y="0"/>
                </a:moveTo>
                <a:lnTo>
                  <a:pt x="6372221" y="0"/>
                </a:lnTo>
                <a:cubicBezTo>
                  <a:pt x="6435349" y="0"/>
                  <a:pt x="6486525" y="51176"/>
                  <a:pt x="6486525" y="114304"/>
                </a:cubicBezTo>
                <a:lnTo>
                  <a:pt x="6486525" y="1238246"/>
                </a:lnTo>
                <a:cubicBezTo>
                  <a:pt x="6486525" y="1301374"/>
                  <a:pt x="6435349" y="1352550"/>
                  <a:pt x="6372221" y="1352550"/>
                </a:cubicBez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F444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60020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4850" y="188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17526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Centralized Platform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2057400"/>
            <a:ext cx="4724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Complaints scattered across departments. Citizens must navigate multiple channels—phone, email, in-person visits—creating confusion and inefficiency.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39659" y="1752600"/>
            <a:ext cx="895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15859" y="2095500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067050"/>
            <a:ext cx="6486525" cy="1104900"/>
          </a:xfrm>
          <a:custGeom>
            <a:avLst/>
            <a:gdLst/>
            <a:ahLst/>
            <a:cxnLst/>
            <a:rect l="l" t="t" r="r" b="b"/>
            <a:pathLst>
              <a:path w="6486525" h="1104900">
                <a:moveTo>
                  <a:pt x="0" y="0"/>
                </a:moveTo>
                <a:lnTo>
                  <a:pt x="6372223" y="0"/>
                </a:lnTo>
                <a:cubicBezTo>
                  <a:pt x="6435350" y="0"/>
                  <a:pt x="6486525" y="51175"/>
                  <a:pt x="6486525" y="114302"/>
                </a:cubicBezTo>
                <a:lnTo>
                  <a:pt x="6486525" y="990598"/>
                </a:lnTo>
                <a:cubicBezTo>
                  <a:pt x="6486525" y="1053725"/>
                  <a:pt x="6435350" y="1104900"/>
                  <a:pt x="6372223" y="1104900"/>
                </a:cubicBez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400050" y="306705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" y="3219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04850" y="3352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3219450"/>
            <a:ext cx="492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Delayed Authority Response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1100" y="3524250"/>
            <a:ext cx="4905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routing causes weeks of delay. Issues remain unassigned as departments pass responsibility, leaving citizens frustrated.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16466" y="3219450"/>
            <a:ext cx="714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2666" y="3562350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Avg.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4286250"/>
            <a:ext cx="6486525" cy="1104900"/>
          </a:xfrm>
          <a:custGeom>
            <a:avLst/>
            <a:gdLst/>
            <a:ahLst/>
            <a:cxnLst/>
            <a:rect l="l" t="t" r="r" b="b"/>
            <a:pathLst>
              <a:path w="6486525" h="1104900">
                <a:moveTo>
                  <a:pt x="0" y="0"/>
                </a:moveTo>
                <a:lnTo>
                  <a:pt x="6372223" y="0"/>
                </a:lnTo>
                <a:cubicBezTo>
                  <a:pt x="6435350" y="0"/>
                  <a:pt x="6486525" y="51175"/>
                  <a:pt x="6486525" y="114302"/>
                </a:cubicBezTo>
                <a:lnTo>
                  <a:pt x="6486525" y="990598"/>
                </a:lnTo>
                <a:cubicBezTo>
                  <a:pt x="6486525" y="1053725"/>
                  <a:pt x="6435350" y="1104900"/>
                  <a:pt x="6372223" y="1104900"/>
                </a:cubicBez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400050" y="428625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571500" y="4438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92944" y="45720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255" y="-9265"/>
                </a:moveTo>
                <a:cubicBezTo>
                  <a:pt x="11757" y="-12762"/>
                  <a:pt x="6102" y="-12762"/>
                  <a:pt x="2642" y="-9265"/>
                </a:cubicBezTo>
                <a:cubicBezTo>
                  <a:pt x="-819" y="-5767"/>
                  <a:pt x="-856" y="-112"/>
                  <a:pt x="2604" y="3386"/>
                </a:cubicBezTo>
                <a:lnTo>
                  <a:pt x="199058" y="199839"/>
                </a:lnTo>
                <a:cubicBezTo>
                  <a:pt x="202555" y="203336"/>
                  <a:pt x="208211" y="203336"/>
                  <a:pt x="211671" y="199839"/>
                </a:cubicBezTo>
                <a:cubicBezTo>
                  <a:pt x="215131" y="196342"/>
                  <a:pt x="215168" y="190686"/>
                  <a:pt x="211671" y="187226"/>
                </a:cubicBezTo>
                <a:lnTo>
                  <a:pt x="175803" y="151358"/>
                </a:lnTo>
                <a:cubicBezTo>
                  <a:pt x="176808" y="150465"/>
                  <a:pt x="177812" y="149572"/>
                  <a:pt x="178780" y="148679"/>
                </a:cubicBezTo>
                <a:cubicBezTo>
                  <a:pt x="196193" y="132494"/>
                  <a:pt x="207838" y="113184"/>
                  <a:pt x="213382" y="99901"/>
                </a:cubicBezTo>
                <a:cubicBezTo>
                  <a:pt x="214610" y="96962"/>
                  <a:pt x="214610" y="93687"/>
                  <a:pt x="213382" y="90748"/>
                </a:cubicBezTo>
                <a:cubicBezTo>
                  <a:pt x="207838" y="77465"/>
                  <a:pt x="196193" y="58117"/>
                  <a:pt x="178780" y="41970"/>
                </a:cubicBezTo>
                <a:cubicBezTo>
                  <a:pt x="161255" y="25710"/>
                  <a:pt x="137182" y="11981"/>
                  <a:pt x="107119" y="11981"/>
                </a:cubicBezTo>
                <a:cubicBezTo>
                  <a:pt x="85985" y="11981"/>
                  <a:pt x="67828" y="18752"/>
                  <a:pt x="52797" y="28426"/>
                </a:cubicBezTo>
                <a:lnTo>
                  <a:pt x="15255" y="-9265"/>
                </a:lnTo>
                <a:close/>
                <a:moveTo>
                  <a:pt x="76088" y="51606"/>
                </a:moveTo>
                <a:cubicBezTo>
                  <a:pt x="84832" y="45355"/>
                  <a:pt x="95585" y="41672"/>
                  <a:pt x="107156" y="41672"/>
                </a:cubicBezTo>
                <a:cubicBezTo>
                  <a:pt x="136736" y="41672"/>
                  <a:pt x="160734" y="65670"/>
                  <a:pt x="160734" y="95250"/>
                </a:cubicBezTo>
                <a:cubicBezTo>
                  <a:pt x="160734" y="106821"/>
                  <a:pt x="157051" y="117537"/>
                  <a:pt x="150800" y="126318"/>
                </a:cubicBezTo>
                <a:lnTo>
                  <a:pt x="137889" y="113407"/>
                </a:lnTo>
                <a:cubicBezTo>
                  <a:pt x="142615" y="105445"/>
                  <a:pt x="144214" y="95659"/>
                  <a:pt x="141647" y="85985"/>
                </a:cubicBezTo>
                <a:cubicBezTo>
                  <a:pt x="136550" y="66935"/>
                  <a:pt x="116942" y="55625"/>
                  <a:pt x="97892" y="60722"/>
                </a:cubicBezTo>
                <a:cubicBezTo>
                  <a:pt x="94692" y="61578"/>
                  <a:pt x="91678" y="62843"/>
                  <a:pt x="88962" y="64443"/>
                </a:cubicBezTo>
                <a:lnTo>
                  <a:pt x="76051" y="51532"/>
                </a:lnTo>
                <a:close/>
                <a:moveTo>
                  <a:pt x="121034" y="147005"/>
                </a:moveTo>
                <a:cubicBezTo>
                  <a:pt x="116607" y="148196"/>
                  <a:pt x="111956" y="148828"/>
                  <a:pt x="107156" y="148828"/>
                </a:cubicBezTo>
                <a:cubicBezTo>
                  <a:pt x="77577" y="148828"/>
                  <a:pt x="53578" y="124830"/>
                  <a:pt x="53578" y="95250"/>
                </a:cubicBezTo>
                <a:cubicBezTo>
                  <a:pt x="53578" y="90450"/>
                  <a:pt x="54211" y="85799"/>
                  <a:pt x="55401" y="81372"/>
                </a:cubicBezTo>
                <a:lnTo>
                  <a:pt x="25822" y="51792"/>
                </a:lnTo>
                <a:cubicBezTo>
                  <a:pt x="13692" y="65484"/>
                  <a:pt x="5358" y="79995"/>
                  <a:pt x="930" y="90674"/>
                </a:cubicBezTo>
                <a:cubicBezTo>
                  <a:pt x="-298" y="93613"/>
                  <a:pt x="-298" y="96887"/>
                  <a:pt x="930" y="99826"/>
                </a:cubicBezTo>
                <a:cubicBezTo>
                  <a:pt x="6474" y="113109"/>
                  <a:pt x="18120" y="132457"/>
                  <a:pt x="35533" y="148605"/>
                </a:cubicBezTo>
                <a:cubicBezTo>
                  <a:pt x="53057" y="164864"/>
                  <a:pt x="77130" y="178594"/>
                  <a:pt x="107193" y="178594"/>
                </a:cubicBezTo>
                <a:cubicBezTo>
                  <a:pt x="121072" y="178594"/>
                  <a:pt x="133685" y="175654"/>
                  <a:pt x="144959" y="170929"/>
                </a:cubicBezTo>
                <a:lnTo>
                  <a:pt x="121072" y="147042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1181100" y="4438650"/>
            <a:ext cx="501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Transparency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1100" y="4743450"/>
            <a:ext cx="4991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Black-box resolution process. Citizens cannot track progress, view assigned departments, or understand expected timelines.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06954" y="4438650"/>
            <a:ext cx="628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83154" y="4781550"/>
            <a:ext cx="55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505450"/>
            <a:ext cx="6486525" cy="1104900"/>
          </a:xfrm>
          <a:custGeom>
            <a:avLst/>
            <a:gdLst/>
            <a:ahLst/>
            <a:cxnLst/>
            <a:rect l="l" t="t" r="r" b="b"/>
            <a:pathLst>
              <a:path w="6486525" h="1104900">
                <a:moveTo>
                  <a:pt x="0" y="0"/>
                </a:moveTo>
                <a:lnTo>
                  <a:pt x="6372223" y="0"/>
                </a:lnTo>
                <a:cubicBezTo>
                  <a:pt x="6435350" y="0"/>
                  <a:pt x="6486525" y="51175"/>
                  <a:pt x="6486525" y="114302"/>
                </a:cubicBezTo>
                <a:lnTo>
                  <a:pt x="6486525" y="990598"/>
                </a:lnTo>
                <a:cubicBezTo>
                  <a:pt x="6486525" y="1053725"/>
                  <a:pt x="6435350" y="1104900"/>
                  <a:pt x="6372223" y="1104900"/>
                </a:cubicBez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4748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400050" y="550545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1" name="Shape 29"/>
          <p:cNvSpPr/>
          <p:nvPr/>
        </p:nvSpPr>
        <p:spPr>
          <a:xfrm>
            <a:off x="571500" y="5657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4748B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16756" y="57912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3" name="Text 31"/>
          <p:cNvSpPr/>
          <p:nvPr/>
        </p:nvSpPr>
        <p:spPr>
          <a:xfrm>
            <a:off x="1181100" y="5657850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Not Used for Planning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81100" y="5962650"/>
            <a:ext cx="4781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Valuable complaint data sits unused. No analytics to identify hotspots, predict issues, or allocate resources proactively.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896333" y="5657850"/>
            <a:ext cx="83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72533" y="600075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Wasted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081243" y="1604010"/>
            <a:ext cx="4722495" cy="4998720"/>
          </a:xfrm>
          <a:custGeom>
            <a:avLst/>
            <a:gdLst/>
            <a:ahLst/>
            <a:cxnLst/>
            <a:rect l="l" t="t" r="r" b="b"/>
            <a:pathLst>
              <a:path w="4722495" h="4998720">
                <a:moveTo>
                  <a:pt x="152395" y="0"/>
                </a:moveTo>
                <a:lnTo>
                  <a:pt x="4570100" y="0"/>
                </a:lnTo>
                <a:cubicBezTo>
                  <a:pt x="4654265" y="0"/>
                  <a:pt x="4722495" y="68230"/>
                  <a:pt x="4722495" y="152395"/>
                </a:cubicBezTo>
                <a:lnTo>
                  <a:pt x="4722495" y="4846325"/>
                </a:lnTo>
                <a:cubicBezTo>
                  <a:pt x="4722495" y="4930490"/>
                  <a:pt x="4654265" y="4998720"/>
                  <a:pt x="4570100" y="4998720"/>
                </a:cubicBezTo>
                <a:lnTo>
                  <a:pt x="152395" y="4998720"/>
                </a:lnTo>
                <a:cubicBezTo>
                  <a:pt x="68230" y="4998720"/>
                  <a:pt x="0" y="4930490"/>
                  <a:pt x="0" y="484632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18402" y="1798320"/>
            <a:ext cx="444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Citizen Satisfaction Gap</a:t>
            </a:r>
            <a:endParaRPr lang="en-US" sz="1600" dirty="0"/>
          </a:p>
        </p:txBody>
      </p:sp>
      <p:pic>
        <p:nvPicPr>
          <p:cNvPr id="39" name="Image 0" descr="https://kimi-img.moonshot.cn/pub/slides/26-02-14-21:36:29-d687kn864o3mm2c8rvu0.png">    </p:cNvPr>
          <p:cNvPicPr>
            <a:picLocks noChangeAspect="1"/>
          </p:cNvPicPr>
          <p:nvPr/>
        </p:nvPicPr>
        <p:blipFill>
          <a:blip r:embed="rId1"/>
          <a:srcRect l="0" r="0" t="66" b="66"/>
          <a:stretch/>
        </p:blipFill>
        <p:spPr>
          <a:xfrm>
            <a:off x="7275552" y="2255401"/>
            <a:ext cx="4333875" cy="2895600"/>
          </a:xfrm>
          <a:prstGeom prst="roundRect">
            <a:avLst>
              <a:gd name="adj" fmla="val 0"/>
            </a:avLst>
          </a:prstGeom>
        </p:spPr>
      </p:pic>
      <p:sp>
        <p:nvSpPr>
          <p:cNvPr id="40" name="Shape 37"/>
          <p:cNvSpPr/>
          <p:nvPr/>
        </p:nvSpPr>
        <p:spPr>
          <a:xfrm>
            <a:off x="7275552" y="5307330"/>
            <a:ext cx="4333875" cy="495300"/>
          </a:xfrm>
          <a:custGeom>
            <a:avLst/>
            <a:gdLst/>
            <a:ahLst/>
            <a:cxnLst/>
            <a:rect l="l" t="t" r="r" b="b"/>
            <a:pathLst>
              <a:path w="4333875" h="495300">
                <a:moveTo>
                  <a:pt x="76202" y="0"/>
                </a:moveTo>
                <a:lnTo>
                  <a:pt x="4257673" y="0"/>
                </a:lnTo>
                <a:cubicBezTo>
                  <a:pt x="4299758" y="0"/>
                  <a:pt x="4333875" y="34117"/>
                  <a:pt x="4333875" y="76202"/>
                </a:cubicBezTo>
                <a:lnTo>
                  <a:pt x="4333875" y="419098"/>
                </a:lnTo>
                <a:cubicBezTo>
                  <a:pt x="4333875" y="461183"/>
                  <a:pt x="4299758" y="495300"/>
                  <a:pt x="425767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7389852" y="5440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Satisfaction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1143774" y="5421630"/>
            <a:ext cx="44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23%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275552" y="5916930"/>
            <a:ext cx="4333875" cy="495300"/>
          </a:xfrm>
          <a:custGeom>
            <a:avLst/>
            <a:gdLst/>
            <a:ahLst/>
            <a:cxnLst/>
            <a:rect l="l" t="t" r="r" b="b"/>
            <a:pathLst>
              <a:path w="4333875" h="495300">
                <a:moveTo>
                  <a:pt x="76202" y="0"/>
                </a:moveTo>
                <a:lnTo>
                  <a:pt x="4257673" y="0"/>
                </a:lnTo>
                <a:cubicBezTo>
                  <a:pt x="4299758" y="0"/>
                  <a:pt x="4333875" y="34117"/>
                  <a:pt x="4333875" y="76202"/>
                </a:cubicBezTo>
                <a:lnTo>
                  <a:pt x="4333875" y="419098"/>
                </a:lnTo>
                <a:cubicBezTo>
                  <a:pt x="4333875" y="461183"/>
                  <a:pt x="4299758" y="495300"/>
                  <a:pt x="425767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7389852" y="60502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with Solution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1133891" y="6031230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8620"/>
            <a:ext cx="376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17220"/>
            <a:ext cx="392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823133" y="384810"/>
            <a:ext cx="1988820" cy="693420"/>
          </a:xfrm>
          <a:custGeom>
            <a:avLst/>
            <a:gdLst/>
            <a:ahLst/>
            <a:cxnLst/>
            <a:rect l="l" t="t" r="r" b="b"/>
            <a:pathLst>
              <a:path w="1988820" h="693420">
                <a:moveTo>
                  <a:pt x="114303" y="0"/>
                </a:moveTo>
                <a:lnTo>
                  <a:pt x="1874517" y="0"/>
                </a:lnTo>
                <a:cubicBezTo>
                  <a:pt x="1937645" y="0"/>
                  <a:pt x="1988820" y="51175"/>
                  <a:pt x="1988820" y="114303"/>
                </a:cubicBezTo>
                <a:lnTo>
                  <a:pt x="1988820" y="579117"/>
                </a:lnTo>
                <a:cubicBezTo>
                  <a:pt x="1988820" y="642245"/>
                  <a:pt x="1937645" y="693420"/>
                  <a:pt x="1874517" y="693420"/>
                </a:cubicBezTo>
                <a:lnTo>
                  <a:pt x="114303" y="693420"/>
                </a:lnTo>
                <a:cubicBezTo>
                  <a:pt x="51218" y="693420"/>
                  <a:pt x="0" y="642202"/>
                  <a:pt x="0" y="57911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solidFill>
            <a:srgbClr val="22D3EE">
              <a:alpha val="10196"/>
            </a:srgbClr>
          </a:soli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74593" y="61722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0417493" y="50292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17493" y="76962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25760" y="294132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914400" y="0"/>
                </a:moveTo>
                <a:lnTo>
                  <a:pt x="914400" y="0"/>
                </a:lnTo>
                <a:cubicBezTo>
                  <a:pt x="1419071" y="0"/>
                  <a:pt x="1828800" y="409729"/>
                  <a:pt x="1828800" y="914400"/>
                </a:cubicBezTo>
                <a:lnTo>
                  <a:pt x="1828800" y="914400"/>
                </a:lnTo>
                <a:cubicBezTo>
                  <a:pt x="1828800" y="1419071"/>
                  <a:pt x="1419071" y="1828800"/>
                  <a:pt x="914400" y="1828800"/>
                </a:cubicBezTo>
                <a:lnTo>
                  <a:pt x="914400" y="1828800"/>
                </a:lnTo>
                <a:cubicBezTo>
                  <a:pt x="409729" y="1828800"/>
                  <a:pt x="0" y="1419071"/>
                  <a:pt x="0" y="914400"/>
                </a:cubicBezTo>
                <a:lnTo>
                  <a:pt x="0" y="914400"/>
                </a:lnTo>
                <a:cubicBezTo>
                  <a:pt x="0" y="409729"/>
                  <a:pt x="409729" y="0"/>
                  <a:pt x="914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22D3EE"/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968710" y="345567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4288" y="57150"/>
                </a:moveTo>
                <a:cubicBezTo>
                  <a:pt x="14288" y="25628"/>
                  <a:pt x="39916" y="0"/>
                  <a:pt x="71438" y="0"/>
                </a:cubicBezTo>
                <a:lnTo>
                  <a:pt x="271463" y="0"/>
                </a:lnTo>
                <a:cubicBezTo>
                  <a:pt x="302984" y="0"/>
                  <a:pt x="328613" y="25628"/>
                  <a:pt x="328613" y="57150"/>
                </a:cubicBezTo>
                <a:lnTo>
                  <a:pt x="328613" y="400050"/>
                </a:lnTo>
                <a:cubicBezTo>
                  <a:pt x="328613" y="431572"/>
                  <a:pt x="302984" y="457200"/>
                  <a:pt x="271463" y="457200"/>
                </a:cubicBezTo>
                <a:lnTo>
                  <a:pt x="71438" y="457200"/>
                </a:lnTo>
                <a:cubicBezTo>
                  <a:pt x="39916" y="457200"/>
                  <a:pt x="14288" y="431572"/>
                  <a:pt x="14288" y="400050"/>
                </a:cubicBezTo>
                <a:lnTo>
                  <a:pt x="14288" y="57150"/>
                </a:lnTo>
                <a:close/>
                <a:moveTo>
                  <a:pt x="71438" y="57150"/>
                </a:moveTo>
                <a:lnTo>
                  <a:pt x="71438" y="328613"/>
                </a:lnTo>
                <a:lnTo>
                  <a:pt x="271463" y="328613"/>
                </a:lnTo>
                <a:lnTo>
                  <a:pt x="271463" y="57150"/>
                </a:lnTo>
                <a:lnTo>
                  <a:pt x="71438" y="57150"/>
                </a:lnTo>
                <a:close/>
                <a:moveTo>
                  <a:pt x="171450" y="421481"/>
                </a:moveTo>
                <a:cubicBezTo>
                  <a:pt x="187256" y="421481"/>
                  <a:pt x="200025" y="408712"/>
                  <a:pt x="200025" y="392906"/>
                </a:cubicBezTo>
                <a:cubicBezTo>
                  <a:pt x="200025" y="377101"/>
                  <a:pt x="187256" y="364331"/>
                  <a:pt x="171450" y="364331"/>
                </a:cubicBezTo>
                <a:cubicBezTo>
                  <a:pt x="155644" y="364331"/>
                  <a:pt x="142875" y="377101"/>
                  <a:pt x="142875" y="392906"/>
                </a:cubicBezTo>
                <a:cubicBezTo>
                  <a:pt x="142875" y="408712"/>
                  <a:pt x="155644" y="421481"/>
                  <a:pt x="171450" y="421481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3585091" y="398907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Platform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28442" y="1885950"/>
            <a:ext cx="1360170" cy="1360170"/>
          </a:xfrm>
          <a:custGeom>
            <a:avLst/>
            <a:gdLst/>
            <a:ahLst/>
            <a:cxnLst/>
            <a:rect l="l" t="t" r="r" b="b"/>
            <a:pathLst>
              <a:path w="1360170" h="1360170">
                <a:moveTo>
                  <a:pt x="152393" y="0"/>
                </a:moveTo>
                <a:lnTo>
                  <a:pt x="1207777" y="0"/>
                </a:lnTo>
                <a:cubicBezTo>
                  <a:pt x="1291885" y="0"/>
                  <a:pt x="1360170" y="68285"/>
                  <a:pt x="1360170" y="152393"/>
                </a:cubicBezTo>
                <a:lnTo>
                  <a:pt x="1360170" y="1207777"/>
                </a:lnTo>
                <a:cubicBezTo>
                  <a:pt x="1360170" y="1291941"/>
                  <a:pt x="1291941" y="1360170"/>
                  <a:pt x="1207777" y="1360170"/>
                </a:cubicBezTo>
                <a:lnTo>
                  <a:pt x="152393" y="1360170"/>
                </a:lnTo>
                <a:cubicBezTo>
                  <a:pt x="68285" y="1360170"/>
                  <a:pt x="0" y="1291885"/>
                  <a:pt x="0" y="120777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1E293B">
              <a:alpha val="90196"/>
            </a:srgbClr>
          </a:soli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01370" y="228028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8930" y="35719"/>
                </a:moveTo>
                <a:cubicBezTo>
                  <a:pt x="8930" y="16018"/>
                  <a:pt x="24947" y="0"/>
                  <a:pt x="44648" y="0"/>
                </a:cubicBezTo>
                <a:lnTo>
                  <a:pt x="169664" y="0"/>
                </a:lnTo>
                <a:cubicBezTo>
                  <a:pt x="189365" y="0"/>
                  <a:pt x="205383" y="16018"/>
                  <a:pt x="205383" y="35719"/>
                </a:cubicBezTo>
                <a:lnTo>
                  <a:pt x="205383" y="250031"/>
                </a:lnTo>
                <a:cubicBezTo>
                  <a:pt x="205383" y="269732"/>
                  <a:pt x="189365" y="285750"/>
                  <a:pt x="169664" y="285750"/>
                </a:cubicBezTo>
                <a:lnTo>
                  <a:pt x="44648" y="285750"/>
                </a:lnTo>
                <a:cubicBezTo>
                  <a:pt x="24947" y="285750"/>
                  <a:pt x="8930" y="269732"/>
                  <a:pt x="8930" y="250031"/>
                </a:cubicBezTo>
                <a:lnTo>
                  <a:pt x="8930" y="35719"/>
                </a:lnTo>
                <a:close/>
                <a:moveTo>
                  <a:pt x="44648" y="35719"/>
                </a:moveTo>
                <a:lnTo>
                  <a:pt x="44648" y="205383"/>
                </a:lnTo>
                <a:lnTo>
                  <a:pt x="169664" y="205383"/>
                </a:lnTo>
                <a:lnTo>
                  <a:pt x="169664" y="35719"/>
                </a:lnTo>
                <a:lnTo>
                  <a:pt x="44648" y="35719"/>
                </a:lnTo>
                <a:close/>
                <a:moveTo>
                  <a:pt x="107156" y="263426"/>
                </a:moveTo>
                <a:cubicBezTo>
                  <a:pt x="117035" y="263426"/>
                  <a:pt x="125016" y="255445"/>
                  <a:pt x="125016" y="245566"/>
                </a:cubicBezTo>
                <a:cubicBezTo>
                  <a:pt x="125016" y="235688"/>
                  <a:pt x="117035" y="227707"/>
                  <a:pt x="107156" y="227707"/>
                </a:cubicBezTo>
                <a:cubicBezTo>
                  <a:pt x="97278" y="227707"/>
                  <a:pt x="89297" y="235688"/>
                  <a:pt x="89297" y="245566"/>
                </a:cubicBezTo>
                <a:cubicBezTo>
                  <a:pt x="89297" y="255445"/>
                  <a:pt x="97278" y="263426"/>
                  <a:pt x="107156" y="26342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1814" y="2566035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27527" y="278892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iOS &amp; Android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28442" y="3846195"/>
            <a:ext cx="1360170" cy="1360170"/>
          </a:xfrm>
          <a:custGeom>
            <a:avLst/>
            <a:gdLst/>
            <a:ahLst/>
            <a:cxnLst/>
            <a:rect l="l" t="t" r="r" b="b"/>
            <a:pathLst>
              <a:path w="1360170" h="1360170">
                <a:moveTo>
                  <a:pt x="152393" y="0"/>
                </a:moveTo>
                <a:lnTo>
                  <a:pt x="1207777" y="0"/>
                </a:lnTo>
                <a:cubicBezTo>
                  <a:pt x="1291885" y="0"/>
                  <a:pt x="1360170" y="68285"/>
                  <a:pt x="1360170" y="152393"/>
                </a:cubicBezTo>
                <a:lnTo>
                  <a:pt x="1360170" y="1207777"/>
                </a:lnTo>
                <a:cubicBezTo>
                  <a:pt x="1360170" y="1291941"/>
                  <a:pt x="1291941" y="1360170"/>
                  <a:pt x="1207777" y="1360170"/>
                </a:cubicBezTo>
                <a:lnTo>
                  <a:pt x="152393" y="1360170"/>
                </a:lnTo>
                <a:cubicBezTo>
                  <a:pt x="68285" y="1360170"/>
                  <a:pt x="0" y="1291885"/>
                  <a:pt x="0" y="120777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1E293B">
              <a:alpha val="90196"/>
            </a:srgbClr>
          </a:solidFill>
          <a:ln w="1016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5652" y="411289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6577" y="4431030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Portal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13227" y="4617720"/>
            <a:ext cx="990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53384" y="1885950"/>
            <a:ext cx="1360170" cy="1360170"/>
          </a:xfrm>
          <a:custGeom>
            <a:avLst/>
            <a:gdLst/>
            <a:ahLst/>
            <a:cxnLst/>
            <a:rect l="l" t="t" r="r" b="b"/>
            <a:pathLst>
              <a:path w="1360170" h="1360170">
                <a:moveTo>
                  <a:pt x="152393" y="0"/>
                </a:moveTo>
                <a:lnTo>
                  <a:pt x="1207777" y="0"/>
                </a:lnTo>
                <a:cubicBezTo>
                  <a:pt x="1291885" y="0"/>
                  <a:pt x="1360170" y="68285"/>
                  <a:pt x="1360170" y="152393"/>
                </a:cubicBezTo>
                <a:lnTo>
                  <a:pt x="1360170" y="1207777"/>
                </a:lnTo>
                <a:cubicBezTo>
                  <a:pt x="1360170" y="1291941"/>
                  <a:pt x="1291941" y="1360170"/>
                  <a:pt x="1207777" y="1360170"/>
                </a:cubicBezTo>
                <a:lnTo>
                  <a:pt x="152393" y="1360170"/>
                </a:lnTo>
                <a:cubicBezTo>
                  <a:pt x="68285" y="1360170"/>
                  <a:pt x="0" y="1291885"/>
                  <a:pt x="0" y="120777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1E293B">
              <a:alpha val="90196"/>
            </a:srgbClr>
          </a:soli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90594" y="213741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1743075" y="247078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63290" y="1396365"/>
            <a:ext cx="1360170" cy="1360170"/>
          </a:xfrm>
          <a:custGeom>
            <a:avLst/>
            <a:gdLst/>
            <a:ahLst/>
            <a:cxnLst/>
            <a:rect l="l" t="t" r="r" b="b"/>
            <a:pathLst>
              <a:path w="1360170" h="1360170">
                <a:moveTo>
                  <a:pt x="152393" y="0"/>
                </a:moveTo>
                <a:lnTo>
                  <a:pt x="1207777" y="0"/>
                </a:lnTo>
                <a:cubicBezTo>
                  <a:pt x="1291885" y="0"/>
                  <a:pt x="1360170" y="68285"/>
                  <a:pt x="1360170" y="152393"/>
                </a:cubicBezTo>
                <a:lnTo>
                  <a:pt x="1360170" y="1207777"/>
                </a:lnTo>
                <a:cubicBezTo>
                  <a:pt x="1360170" y="1291941"/>
                  <a:pt x="1291941" y="1360170"/>
                  <a:pt x="1207777" y="1360170"/>
                </a:cubicBezTo>
                <a:lnTo>
                  <a:pt x="152393" y="1360170"/>
                </a:lnTo>
                <a:cubicBezTo>
                  <a:pt x="68285" y="1360170"/>
                  <a:pt x="0" y="1291885"/>
                  <a:pt x="0" y="120777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1E293B">
              <a:alpha val="90196"/>
            </a:srgbClr>
          </a:soli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4844" y="2680335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Detection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36219" y="16002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105259"/>
                </a:moveTo>
                <a:cubicBezTo>
                  <a:pt x="0" y="47104"/>
                  <a:pt x="47997" y="0"/>
                  <a:pt x="107156" y="0"/>
                </a:cubicBezTo>
                <a:cubicBezTo>
                  <a:pt x="166315" y="0"/>
                  <a:pt x="214313" y="47104"/>
                  <a:pt x="214313" y="105259"/>
                </a:cubicBezTo>
                <a:cubicBezTo>
                  <a:pt x="214313" y="171841"/>
                  <a:pt x="147228" y="251650"/>
                  <a:pt x="119211" y="282067"/>
                </a:cubicBezTo>
                <a:cubicBezTo>
                  <a:pt x="112626" y="289210"/>
                  <a:pt x="101631" y="289210"/>
                  <a:pt x="95045" y="282067"/>
                </a:cubicBezTo>
                <a:cubicBezTo>
                  <a:pt x="67028" y="251650"/>
                  <a:pt x="-56" y="171841"/>
                  <a:pt x="-56" y="105259"/>
                </a:cubicBezTo>
                <a:close/>
                <a:moveTo>
                  <a:pt x="107156" y="142875"/>
                </a:moveTo>
                <a:cubicBezTo>
                  <a:pt x="126870" y="142875"/>
                  <a:pt x="142875" y="126870"/>
                  <a:pt x="142875" y="107156"/>
                </a:cubicBezTo>
                <a:cubicBezTo>
                  <a:pt x="142875" y="87443"/>
                  <a:pt x="126870" y="71438"/>
                  <a:pt x="107156" y="71438"/>
                </a:cubicBezTo>
                <a:cubicBezTo>
                  <a:pt x="87443" y="71438"/>
                  <a:pt x="71438" y="87443"/>
                  <a:pt x="71438" y="107156"/>
                </a:cubicBezTo>
                <a:cubicBezTo>
                  <a:pt x="71438" y="126870"/>
                  <a:pt x="87443" y="142875"/>
                  <a:pt x="107156" y="14287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752850" y="1885950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Tagging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53384" y="3855720"/>
            <a:ext cx="1360170" cy="1360170"/>
          </a:xfrm>
          <a:custGeom>
            <a:avLst/>
            <a:gdLst/>
            <a:ahLst/>
            <a:cxnLst/>
            <a:rect l="l" t="t" r="r" b="b"/>
            <a:pathLst>
              <a:path w="1360170" h="1360170">
                <a:moveTo>
                  <a:pt x="152393" y="0"/>
                </a:moveTo>
                <a:lnTo>
                  <a:pt x="1207777" y="0"/>
                </a:lnTo>
                <a:cubicBezTo>
                  <a:pt x="1291885" y="0"/>
                  <a:pt x="1360170" y="68285"/>
                  <a:pt x="1360170" y="152393"/>
                </a:cubicBezTo>
                <a:lnTo>
                  <a:pt x="1360170" y="1207777"/>
                </a:lnTo>
                <a:cubicBezTo>
                  <a:pt x="1360170" y="1291941"/>
                  <a:pt x="1291941" y="1360170"/>
                  <a:pt x="1207777" y="1360170"/>
                </a:cubicBezTo>
                <a:lnTo>
                  <a:pt x="152393" y="1360170"/>
                </a:lnTo>
                <a:cubicBezTo>
                  <a:pt x="68285" y="1360170"/>
                  <a:pt x="0" y="1291885"/>
                  <a:pt x="0" y="120777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1E293B">
              <a:alpha val="90196"/>
            </a:srgbClr>
          </a:soli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14750" y="2127885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Precise Location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890594" y="411289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3214" y="36165"/>
                </a:moveTo>
                <a:lnTo>
                  <a:pt x="77409" y="53578"/>
                </a:lnTo>
                <a:lnTo>
                  <a:pt x="35719" y="53578"/>
                </a:lnTo>
                <a:cubicBezTo>
                  <a:pt x="16018" y="53578"/>
                  <a:pt x="0" y="69596"/>
                  <a:pt x="0" y="89297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50031" y="267891"/>
                </a:lnTo>
                <a:cubicBezTo>
                  <a:pt x="269732" y="267891"/>
                  <a:pt x="285750" y="251873"/>
                  <a:pt x="285750" y="232172"/>
                </a:cubicBezTo>
                <a:lnTo>
                  <a:pt x="285750" y="89297"/>
                </a:lnTo>
                <a:cubicBezTo>
                  <a:pt x="285750" y="69596"/>
                  <a:pt x="269732" y="53578"/>
                  <a:pt x="250031" y="53578"/>
                </a:cubicBezTo>
                <a:lnTo>
                  <a:pt x="208341" y="53578"/>
                </a:lnTo>
                <a:lnTo>
                  <a:pt x="202536" y="36165"/>
                </a:lnTo>
                <a:cubicBezTo>
                  <a:pt x="198909" y="25226"/>
                  <a:pt x="188695" y="17859"/>
                  <a:pt x="177143" y="17859"/>
                </a:cubicBezTo>
                <a:lnTo>
                  <a:pt x="108607" y="17859"/>
                </a:lnTo>
                <a:cubicBezTo>
                  <a:pt x="97055" y="17859"/>
                  <a:pt x="86841" y="25226"/>
                  <a:pt x="83214" y="36165"/>
                </a:cubicBezTo>
                <a:close/>
                <a:moveTo>
                  <a:pt x="142875" y="107156"/>
                </a:moveTo>
                <a:cubicBezTo>
                  <a:pt x="172446" y="107156"/>
                  <a:pt x="196453" y="131164"/>
                  <a:pt x="196453" y="160734"/>
                </a:cubicBezTo>
                <a:cubicBezTo>
                  <a:pt x="196453" y="190305"/>
                  <a:pt x="172446" y="214313"/>
                  <a:pt x="142875" y="214313"/>
                </a:cubicBezTo>
                <a:cubicBezTo>
                  <a:pt x="113304" y="214313"/>
                  <a:pt x="89297" y="190305"/>
                  <a:pt x="89297" y="160734"/>
                </a:cubicBezTo>
                <a:cubicBezTo>
                  <a:pt x="89297" y="131164"/>
                  <a:pt x="113304" y="107156"/>
                  <a:pt x="142875" y="10715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1595319" y="443103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 Upload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47706" y="4617720"/>
            <a:ext cx="771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Photo &amp; Video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55650" y="1266826"/>
            <a:ext cx="3750945" cy="1207770"/>
          </a:xfrm>
          <a:custGeom>
            <a:avLst/>
            <a:gdLst/>
            <a:ahLst/>
            <a:cxnLst/>
            <a:rect l="l" t="t" r="r" b="b"/>
            <a:pathLst>
              <a:path w="3750945" h="1207770">
                <a:moveTo>
                  <a:pt x="114303" y="0"/>
                </a:moveTo>
                <a:lnTo>
                  <a:pt x="3636642" y="0"/>
                </a:lnTo>
                <a:cubicBezTo>
                  <a:pt x="3699770" y="0"/>
                  <a:pt x="3750945" y="51175"/>
                  <a:pt x="3750945" y="114303"/>
                </a:cubicBezTo>
                <a:lnTo>
                  <a:pt x="3750945" y="1093467"/>
                </a:lnTo>
                <a:cubicBezTo>
                  <a:pt x="3750945" y="1156595"/>
                  <a:pt x="3699770" y="1207770"/>
                  <a:pt x="3636642" y="1207770"/>
                </a:cubicBezTo>
                <a:lnTo>
                  <a:pt x="114303" y="1207770"/>
                </a:lnTo>
                <a:cubicBezTo>
                  <a:pt x="51175" y="1207770"/>
                  <a:pt x="0" y="1156595"/>
                  <a:pt x="0" y="109346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11860" y="142303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335685" y="153733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8707160" y="1480186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Dashboard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11860" y="1880236"/>
            <a:ext cx="3505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tracking of all complaints with status updates, department assignments, and resolution timelines.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55650" y="2591752"/>
            <a:ext cx="3750945" cy="1207770"/>
          </a:xfrm>
          <a:custGeom>
            <a:avLst/>
            <a:gdLst/>
            <a:ahLst/>
            <a:cxnLst/>
            <a:rect l="l" t="t" r="r" b="b"/>
            <a:pathLst>
              <a:path w="3750945" h="1207770">
                <a:moveTo>
                  <a:pt x="114303" y="0"/>
                </a:moveTo>
                <a:lnTo>
                  <a:pt x="3636642" y="0"/>
                </a:lnTo>
                <a:cubicBezTo>
                  <a:pt x="3699770" y="0"/>
                  <a:pt x="3750945" y="51175"/>
                  <a:pt x="3750945" y="114303"/>
                </a:cubicBezTo>
                <a:lnTo>
                  <a:pt x="3750945" y="1093467"/>
                </a:lnTo>
                <a:cubicBezTo>
                  <a:pt x="3750945" y="1156595"/>
                  <a:pt x="3699770" y="1207770"/>
                  <a:pt x="3636642" y="1207770"/>
                </a:cubicBezTo>
                <a:lnTo>
                  <a:pt x="114303" y="1207770"/>
                </a:lnTo>
                <a:cubicBezTo>
                  <a:pt x="51175" y="1207770"/>
                  <a:pt x="0" y="1156595"/>
                  <a:pt x="0" y="109346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>
                  <a:alpha val="20000"/>
                </a:srgbClr>
              </a:gs>
              <a:gs pos="100000">
                <a:srgbClr val="22D3EE">
                  <a:alpha val="5000"/>
                </a:srgbClr>
              </a:gs>
            </a:gsLst>
            <a:lin ang="2700000" scaled="1"/>
          </a:gradFill>
          <a:ln w="1016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11860" y="27479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2D3EE">
              <a:alpha val="3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307110" y="286226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9" name="Text 37"/>
          <p:cNvSpPr/>
          <p:nvPr/>
        </p:nvSpPr>
        <p:spPr>
          <a:xfrm>
            <a:off x="8707160" y="2805113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Verification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11860" y="3205163"/>
            <a:ext cx="3505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 validates issue authenticity, reducing false reports and prioritizing genuine problems.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55650" y="3916680"/>
            <a:ext cx="3750945" cy="1207770"/>
          </a:xfrm>
          <a:custGeom>
            <a:avLst/>
            <a:gdLst/>
            <a:ahLst/>
            <a:cxnLst/>
            <a:rect l="l" t="t" r="r" b="b"/>
            <a:pathLst>
              <a:path w="3750945" h="1207770">
                <a:moveTo>
                  <a:pt x="114303" y="0"/>
                </a:moveTo>
                <a:lnTo>
                  <a:pt x="3636642" y="0"/>
                </a:lnTo>
                <a:cubicBezTo>
                  <a:pt x="3699770" y="0"/>
                  <a:pt x="3750945" y="51175"/>
                  <a:pt x="3750945" y="114303"/>
                </a:cubicBezTo>
                <a:lnTo>
                  <a:pt x="3750945" y="1093467"/>
                </a:lnTo>
                <a:cubicBezTo>
                  <a:pt x="3750945" y="1156595"/>
                  <a:pt x="3699770" y="1207770"/>
                  <a:pt x="3636642" y="1207770"/>
                </a:cubicBezTo>
                <a:lnTo>
                  <a:pt x="114303" y="1207770"/>
                </a:lnTo>
                <a:cubicBezTo>
                  <a:pt x="51175" y="1207770"/>
                  <a:pt x="0" y="1156595"/>
                  <a:pt x="0" y="109346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11860" y="40728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326160" y="41871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28575"/>
                </a:moveTo>
                <a:cubicBezTo>
                  <a:pt x="152400" y="43517"/>
                  <a:pt x="134809" y="65812"/>
                  <a:pt x="127218" y="74712"/>
                </a:cubicBezTo>
                <a:cubicBezTo>
                  <a:pt x="126087" y="76021"/>
                  <a:pt x="124420" y="76527"/>
                  <a:pt x="122902" y="76200"/>
                </a:cubicBezTo>
                <a:lnTo>
                  <a:pt x="95250" y="76200"/>
                </a:lnTo>
                <a:cubicBezTo>
                  <a:pt x="89981" y="76200"/>
                  <a:pt x="85725" y="80456"/>
                  <a:pt x="85725" y="85725"/>
                </a:cubicBezTo>
                <a:cubicBezTo>
                  <a:pt x="85725" y="90994"/>
                  <a:pt x="89981" y="95250"/>
                  <a:pt x="95250" y="95250"/>
                </a:cubicBezTo>
                <a:lnTo>
                  <a:pt x="123825" y="95250"/>
                </a:lnTo>
                <a:cubicBezTo>
                  <a:pt x="139601" y="95250"/>
                  <a:pt x="152400" y="108049"/>
                  <a:pt x="152400" y="123825"/>
                </a:cubicBezTo>
                <a:cubicBezTo>
                  <a:pt x="152400" y="139601"/>
                  <a:pt x="139601" y="152400"/>
                  <a:pt x="123825" y="152400"/>
                </a:cubicBezTo>
                <a:lnTo>
                  <a:pt x="41553" y="152400"/>
                </a:lnTo>
                <a:cubicBezTo>
                  <a:pt x="44142" y="149453"/>
                  <a:pt x="47298" y="145673"/>
                  <a:pt x="50483" y="141446"/>
                </a:cubicBezTo>
                <a:cubicBezTo>
                  <a:pt x="52358" y="138946"/>
                  <a:pt x="54293" y="136208"/>
                  <a:pt x="56138" y="133350"/>
                </a:cubicBezTo>
                <a:lnTo>
                  <a:pt x="123825" y="133350"/>
                </a:lnTo>
                <a:cubicBezTo>
                  <a:pt x="129094" y="133350"/>
                  <a:pt x="133350" y="129094"/>
                  <a:pt x="133350" y="123825"/>
                </a:cubicBezTo>
                <a:cubicBezTo>
                  <a:pt x="133350" y="118556"/>
                  <a:pt x="129094" y="114300"/>
                  <a:pt x="123825" y="114300"/>
                </a:cubicBezTo>
                <a:lnTo>
                  <a:pt x="95250" y="114300"/>
                </a:lnTo>
                <a:cubicBezTo>
                  <a:pt x="79474" y="114300"/>
                  <a:pt x="66675" y="101501"/>
                  <a:pt x="66675" y="85725"/>
                </a:cubicBezTo>
                <a:cubicBezTo>
                  <a:pt x="66675" y="69949"/>
                  <a:pt x="79474" y="57150"/>
                  <a:pt x="95250" y="57150"/>
                </a:cubicBezTo>
                <a:lnTo>
                  <a:pt x="107097" y="57150"/>
                </a:lnTo>
                <a:cubicBezTo>
                  <a:pt x="100846" y="47774"/>
                  <a:pt x="95250" y="36999"/>
                  <a:pt x="95250" y="28575"/>
                </a:cubicBezTo>
                <a:cubicBezTo>
                  <a:pt x="95250" y="12799"/>
                  <a:pt x="108049" y="0"/>
                  <a:pt x="123825" y="0"/>
                </a:cubicBezTo>
                <a:cubicBezTo>
                  <a:pt x="139601" y="0"/>
                  <a:pt x="152400" y="12799"/>
                  <a:pt x="152400" y="28575"/>
                </a:cubicBezTo>
                <a:close/>
                <a:moveTo>
                  <a:pt x="34856" y="145584"/>
                </a:moveTo>
                <a:cubicBezTo>
                  <a:pt x="33724" y="146864"/>
                  <a:pt x="32712" y="147995"/>
                  <a:pt x="31849" y="148947"/>
                </a:cubicBezTo>
                <a:lnTo>
                  <a:pt x="31313" y="149543"/>
                </a:lnTo>
                <a:lnTo>
                  <a:pt x="31254" y="149483"/>
                </a:lnTo>
                <a:cubicBezTo>
                  <a:pt x="29468" y="150852"/>
                  <a:pt x="26908" y="150674"/>
                  <a:pt x="25301" y="148947"/>
                </a:cubicBezTo>
                <a:cubicBezTo>
                  <a:pt x="17800" y="140791"/>
                  <a:pt x="0" y="119807"/>
                  <a:pt x="0" y="104775"/>
                </a:cubicBezTo>
                <a:cubicBezTo>
                  <a:pt x="0" y="88999"/>
                  <a:pt x="12799" y="76200"/>
                  <a:pt x="28575" y="76200"/>
                </a:cubicBezTo>
                <a:cubicBezTo>
                  <a:pt x="44351" y="76200"/>
                  <a:pt x="57150" y="88999"/>
                  <a:pt x="57150" y="104775"/>
                </a:cubicBezTo>
                <a:cubicBezTo>
                  <a:pt x="57150" y="113705"/>
                  <a:pt x="50869" y="124718"/>
                  <a:pt x="44202" y="133916"/>
                </a:cubicBezTo>
                <a:cubicBezTo>
                  <a:pt x="41017" y="138291"/>
                  <a:pt x="37743" y="142250"/>
                  <a:pt x="35034" y="145375"/>
                </a:cubicBezTo>
                <a:lnTo>
                  <a:pt x="34856" y="145584"/>
                </a:lnTo>
                <a:close/>
                <a:moveTo>
                  <a:pt x="38100" y="104775"/>
                </a:moveTo>
                <a:cubicBezTo>
                  <a:pt x="38100" y="99518"/>
                  <a:pt x="33832" y="95250"/>
                  <a:pt x="28575" y="95250"/>
                </a:cubicBezTo>
                <a:cubicBezTo>
                  <a:pt x="23318" y="95250"/>
                  <a:pt x="19050" y="99518"/>
                  <a:pt x="19050" y="104775"/>
                </a:cubicBezTo>
                <a:cubicBezTo>
                  <a:pt x="19050" y="110032"/>
                  <a:pt x="23318" y="114300"/>
                  <a:pt x="28575" y="114300"/>
                </a:cubicBezTo>
                <a:cubicBezTo>
                  <a:pt x="33832" y="114300"/>
                  <a:pt x="38100" y="110032"/>
                  <a:pt x="38100" y="104775"/>
                </a:cubicBezTo>
                <a:close/>
                <a:moveTo>
                  <a:pt x="123825" y="38100"/>
                </a:moveTo>
                <a:cubicBezTo>
                  <a:pt x="129082" y="38100"/>
                  <a:pt x="133350" y="33832"/>
                  <a:pt x="133350" y="28575"/>
                </a:cubicBezTo>
                <a:cubicBezTo>
                  <a:pt x="133350" y="23318"/>
                  <a:pt x="129082" y="19050"/>
                  <a:pt x="123825" y="19050"/>
                </a:cubicBezTo>
                <a:cubicBezTo>
                  <a:pt x="118568" y="19050"/>
                  <a:pt x="114300" y="23318"/>
                  <a:pt x="114300" y="28575"/>
                </a:cubicBezTo>
                <a:cubicBezTo>
                  <a:pt x="114300" y="33832"/>
                  <a:pt x="118568" y="38100"/>
                  <a:pt x="123825" y="381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4" name="Text 42"/>
          <p:cNvSpPr/>
          <p:nvPr/>
        </p:nvSpPr>
        <p:spPr>
          <a:xfrm>
            <a:off x="8707160" y="4130041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Auto-Routing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11860" y="4530091"/>
            <a:ext cx="3505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department assignment based on issue type, location, and workload distribution.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055650" y="5241609"/>
            <a:ext cx="3750945" cy="1207770"/>
          </a:xfrm>
          <a:custGeom>
            <a:avLst/>
            <a:gdLst/>
            <a:ahLst/>
            <a:cxnLst/>
            <a:rect l="l" t="t" r="r" b="b"/>
            <a:pathLst>
              <a:path w="3750945" h="1207770">
                <a:moveTo>
                  <a:pt x="114303" y="0"/>
                </a:moveTo>
                <a:lnTo>
                  <a:pt x="3636642" y="0"/>
                </a:lnTo>
                <a:cubicBezTo>
                  <a:pt x="3699770" y="0"/>
                  <a:pt x="3750945" y="51175"/>
                  <a:pt x="3750945" y="114303"/>
                </a:cubicBezTo>
                <a:lnTo>
                  <a:pt x="3750945" y="1093467"/>
                </a:lnTo>
                <a:cubicBezTo>
                  <a:pt x="3750945" y="1156595"/>
                  <a:pt x="3699770" y="1207770"/>
                  <a:pt x="3636642" y="1207770"/>
                </a:cubicBezTo>
                <a:lnTo>
                  <a:pt x="114303" y="1207770"/>
                </a:lnTo>
                <a:cubicBezTo>
                  <a:pt x="51175" y="1207770"/>
                  <a:pt x="0" y="1156595"/>
                  <a:pt x="0" y="109346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11860" y="539781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335685" y="551211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0"/>
                </a:moveTo>
                <a:cubicBezTo>
                  <a:pt x="61406" y="0"/>
                  <a:pt x="57150" y="4256"/>
                  <a:pt x="57150" y="9525"/>
                </a:cubicBezTo>
                <a:lnTo>
                  <a:pt x="57150" y="10478"/>
                </a:lnTo>
                <a:cubicBezTo>
                  <a:pt x="35421" y="14883"/>
                  <a:pt x="19050" y="34111"/>
                  <a:pt x="19050" y="57150"/>
                </a:cubicBezTo>
                <a:lnTo>
                  <a:pt x="19050" y="63609"/>
                </a:lnTo>
                <a:cubicBezTo>
                  <a:pt x="19050" y="77926"/>
                  <a:pt x="14168" y="91827"/>
                  <a:pt x="5239" y="103019"/>
                </a:cubicBezTo>
                <a:lnTo>
                  <a:pt x="2322" y="106650"/>
                </a:lnTo>
                <a:cubicBezTo>
                  <a:pt x="804" y="108525"/>
                  <a:pt x="0" y="110847"/>
                  <a:pt x="0" y="113258"/>
                </a:cubicBezTo>
                <a:cubicBezTo>
                  <a:pt x="0" y="119092"/>
                  <a:pt x="4733" y="123825"/>
                  <a:pt x="10567" y="123825"/>
                </a:cubicBezTo>
                <a:lnTo>
                  <a:pt x="122753" y="123825"/>
                </a:lnTo>
                <a:cubicBezTo>
                  <a:pt x="128588" y="123825"/>
                  <a:pt x="133320" y="119092"/>
                  <a:pt x="133320" y="113258"/>
                </a:cubicBezTo>
                <a:cubicBezTo>
                  <a:pt x="133320" y="110847"/>
                  <a:pt x="132517" y="108525"/>
                  <a:pt x="130999" y="106650"/>
                </a:cubicBezTo>
                <a:lnTo>
                  <a:pt x="128081" y="103019"/>
                </a:lnTo>
                <a:cubicBezTo>
                  <a:pt x="119182" y="91827"/>
                  <a:pt x="114300" y="77926"/>
                  <a:pt x="114300" y="63609"/>
                </a:cubicBezTo>
                <a:lnTo>
                  <a:pt x="114300" y="57150"/>
                </a:lnTo>
                <a:cubicBezTo>
                  <a:pt x="114300" y="34111"/>
                  <a:pt x="97929" y="14883"/>
                  <a:pt x="76200" y="10477"/>
                </a:cubicBezTo>
                <a:lnTo>
                  <a:pt x="76200" y="9525"/>
                </a:lnTo>
                <a:cubicBezTo>
                  <a:pt x="76200" y="4256"/>
                  <a:pt x="71944" y="0"/>
                  <a:pt x="66675" y="0"/>
                </a:cubicBezTo>
                <a:close/>
                <a:moveTo>
                  <a:pt x="48220" y="138113"/>
                </a:moveTo>
                <a:cubicBezTo>
                  <a:pt x="50334" y="146328"/>
                  <a:pt x="57805" y="152400"/>
                  <a:pt x="66675" y="152400"/>
                </a:cubicBezTo>
                <a:cubicBezTo>
                  <a:pt x="75545" y="152400"/>
                  <a:pt x="83016" y="146328"/>
                  <a:pt x="85130" y="138113"/>
                </a:cubicBezTo>
                <a:lnTo>
                  <a:pt x="48220" y="13811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8707160" y="5454967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Notifications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11860" y="5855017"/>
            <a:ext cx="3505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alerts keep citizens informed at every stage—from submission to resolution confirmation.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463" y="339138"/>
            <a:ext cx="11573074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5" b="1" spc="47" kern="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Capabilities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396" y="542620"/>
            <a:ext cx="11717207" cy="406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0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0985" y="1017413"/>
            <a:ext cx="11590031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2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Powerful tools designed for seamless civic engagement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2529" y="1393856"/>
            <a:ext cx="3737297" cy="2660535"/>
          </a:xfrm>
          <a:custGeom>
            <a:avLst/>
            <a:gdLst/>
            <a:ahLst/>
            <a:cxnLst/>
            <a:rect l="l" t="t" r="r" b="b"/>
            <a:pathLst>
              <a:path w="3737297" h="2660535">
                <a:moveTo>
                  <a:pt x="135661" y="0"/>
                </a:moveTo>
                <a:lnTo>
                  <a:pt x="3601637" y="0"/>
                </a:lnTo>
                <a:cubicBezTo>
                  <a:pt x="3676560" y="0"/>
                  <a:pt x="3737297" y="60737"/>
                  <a:pt x="3737297" y="135661"/>
                </a:cubicBezTo>
                <a:lnTo>
                  <a:pt x="3737297" y="2524874"/>
                </a:lnTo>
                <a:cubicBezTo>
                  <a:pt x="3737297" y="2599798"/>
                  <a:pt x="3676560" y="2660535"/>
                  <a:pt x="3601637" y="2660535"/>
                </a:cubicBezTo>
                <a:lnTo>
                  <a:pt x="135661" y="2660535"/>
                </a:lnTo>
                <a:cubicBezTo>
                  <a:pt x="60737" y="2660535"/>
                  <a:pt x="0" y="2599798"/>
                  <a:pt x="0" y="2524874"/>
                </a:cubicBezTo>
                <a:lnTo>
                  <a:pt x="0" y="135661"/>
                </a:lnTo>
                <a:cubicBezTo>
                  <a:pt x="0" y="60737"/>
                  <a:pt x="60737" y="0"/>
                  <a:pt x="135661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5000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881" y="1570208"/>
            <a:ext cx="464619" cy="464619"/>
          </a:xfrm>
          <a:custGeom>
            <a:avLst/>
            <a:gdLst/>
            <a:ahLst/>
            <a:cxnLst/>
            <a:rect l="l" t="t" r="r" b="b"/>
            <a:pathLst>
              <a:path w="464619" h="464619">
                <a:moveTo>
                  <a:pt x="101742" y="0"/>
                </a:moveTo>
                <a:lnTo>
                  <a:pt x="362876" y="0"/>
                </a:lnTo>
                <a:cubicBezTo>
                  <a:pt x="419067" y="0"/>
                  <a:pt x="464619" y="45552"/>
                  <a:pt x="464619" y="101742"/>
                </a:cubicBezTo>
                <a:lnTo>
                  <a:pt x="464619" y="362876"/>
                </a:lnTo>
                <a:cubicBezTo>
                  <a:pt x="464619" y="419067"/>
                  <a:pt x="419067" y="464619"/>
                  <a:pt x="362876" y="464619"/>
                </a:cubicBezTo>
                <a:lnTo>
                  <a:pt x="101742" y="464619"/>
                </a:lnTo>
                <a:cubicBezTo>
                  <a:pt x="45552" y="464619"/>
                  <a:pt x="0" y="419067"/>
                  <a:pt x="0" y="362876"/>
                </a:cubicBezTo>
                <a:lnTo>
                  <a:pt x="0" y="101742"/>
                </a:lnTo>
                <a:cubicBezTo>
                  <a:pt x="0" y="45589"/>
                  <a:pt x="45589" y="0"/>
                  <a:pt x="101742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1144" y="1702472"/>
            <a:ext cx="203483" cy="203483"/>
          </a:xfrm>
          <a:custGeom>
            <a:avLst/>
            <a:gdLst/>
            <a:ahLst/>
            <a:cxnLst/>
            <a:rect l="l" t="t" r="r" b="b"/>
            <a:pathLst>
              <a:path w="203483" h="203483">
                <a:moveTo>
                  <a:pt x="19076" y="101741"/>
                </a:moveTo>
                <a:cubicBezTo>
                  <a:pt x="19076" y="56077"/>
                  <a:pt x="56077" y="19076"/>
                  <a:pt x="101741" y="19076"/>
                </a:cubicBezTo>
                <a:cubicBezTo>
                  <a:pt x="126819" y="19076"/>
                  <a:pt x="149274" y="30244"/>
                  <a:pt x="164455" y="47890"/>
                </a:cubicBezTo>
                <a:cubicBezTo>
                  <a:pt x="167873" y="51904"/>
                  <a:pt x="173914" y="52341"/>
                  <a:pt x="177888" y="48923"/>
                </a:cubicBezTo>
                <a:cubicBezTo>
                  <a:pt x="181863" y="45505"/>
                  <a:pt x="182339" y="39464"/>
                  <a:pt x="178922" y="35490"/>
                </a:cubicBezTo>
                <a:cubicBezTo>
                  <a:pt x="160282" y="13751"/>
                  <a:pt x="132621" y="0"/>
                  <a:pt x="101741" y="0"/>
                </a:cubicBezTo>
                <a:cubicBezTo>
                  <a:pt x="45545" y="0"/>
                  <a:pt x="0" y="45545"/>
                  <a:pt x="0" y="101741"/>
                </a:cubicBezTo>
                <a:lnTo>
                  <a:pt x="0" y="117638"/>
                </a:lnTo>
                <a:cubicBezTo>
                  <a:pt x="0" y="122924"/>
                  <a:pt x="4252" y="127177"/>
                  <a:pt x="9538" y="127177"/>
                </a:cubicBezTo>
                <a:cubicBezTo>
                  <a:pt x="14824" y="127177"/>
                  <a:pt x="19076" y="122924"/>
                  <a:pt x="19076" y="117638"/>
                </a:cubicBezTo>
                <a:lnTo>
                  <a:pt x="19076" y="101741"/>
                </a:lnTo>
                <a:close/>
                <a:moveTo>
                  <a:pt x="201297" y="80717"/>
                </a:moveTo>
                <a:cubicBezTo>
                  <a:pt x="200224" y="75551"/>
                  <a:pt x="195137" y="72252"/>
                  <a:pt x="190010" y="73365"/>
                </a:cubicBezTo>
                <a:cubicBezTo>
                  <a:pt x="184883" y="74478"/>
                  <a:pt x="181545" y="79525"/>
                  <a:pt x="182657" y="84652"/>
                </a:cubicBezTo>
                <a:cubicBezTo>
                  <a:pt x="183810" y="90176"/>
                  <a:pt x="184446" y="95899"/>
                  <a:pt x="184446" y="101781"/>
                </a:cubicBezTo>
                <a:lnTo>
                  <a:pt x="184446" y="117678"/>
                </a:lnTo>
                <a:cubicBezTo>
                  <a:pt x="184446" y="122964"/>
                  <a:pt x="188698" y="127216"/>
                  <a:pt x="193984" y="127216"/>
                </a:cubicBezTo>
                <a:cubicBezTo>
                  <a:pt x="199270" y="127216"/>
                  <a:pt x="203522" y="122964"/>
                  <a:pt x="203522" y="117678"/>
                </a:cubicBezTo>
                <a:lnTo>
                  <a:pt x="203522" y="101781"/>
                </a:lnTo>
                <a:cubicBezTo>
                  <a:pt x="203522" y="94588"/>
                  <a:pt x="202767" y="87553"/>
                  <a:pt x="201337" y="80757"/>
                </a:cubicBezTo>
                <a:close/>
                <a:moveTo>
                  <a:pt x="101741" y="31794"/>
                </a:moveTo>
                <a:cubicBezTo>
                  <a:pt x="94190" y="31794"/>
                  <a:pt x="86878" y="32986"/>
                  <a:pt x="80082" y="35212"/>
                </a:cubicBezTo>
                <a:cubicBezTo>
                  <a:pt x="74041" y="37199"/>
                  <a:pt x="72650" y="44631"/>
                  <a:pt x="76783" y="49480"/>
                </a:cubicBezTo>
                <a:cubicBezTo>
                  <a:pt x="79605" y="52778"/>
                  <a:pt x="84255" y="53772"/>
                  <a:pt x="88467" y="52619"/>
                </a:cubicBezTo>
                <a:cubicBezTo>
                  <a:pt x="92680" y="51467"/>
                  <a:pt x="97131" y="50871"/>
                  <a:pt x="101741" y="50871"/>
                </a:cubicBezTo>
                <a:cubicBezTo>
                  <a:pt x="129839" y="50871"/>
                  <a:pt x="152612" y="73643"/>
                  <a:pt x="152612" y="101741"/>
                </a:cubicBezTo>
                <a:lnTo>
                  <a:pt x="152612" y="111637"/>
                </a:lnTo>
                <a:cubicBezTo>
                  <a:pt x="152612" y="121652"/>
                  <a:pt x="152016" y="131628"/>
                  <a:pt x="150863" y="141563"/>
                </a:cubicBezTo>
                <a:cubicBezTo>
                  <a:pt x="150188" y="147366"/>
                  <a:pt x="154599" y="152612"/>
                  <a:pt x="160481" y="152612"/>
                </a:cubicBezTo>
                <a:cubicBezTo>
                  <a:pt x="165171" y="152612"/>
                  <a:pt x="169185" y="149194"/>
                  <a:pt x="169741" y="144544"/>
                </a:cubicBezTo>
                <a:cubicBezTo>
                  <a:pt x="171053" y="133655"/>
                  <a:pt x="171728" y="122686"/>
                  <a:pt x="171728" y="111677"/>
                </a:cubicBezTo>
                <a:lnTo>
                  <a:pt x="171728" y="101781"/>
                </a:lnTo>
                <a:cubicBezTo>
                  <a:pt x="171728" y="63151"/>
                  <a:pt x="140411" y="31834"/>
                  <a:pt x="101781" y="31834"/>
                </a:cubicBezTo>
                <a:close/>
                <a:moveTo>
                  <a:pt x="59892" y="59097"/>
                </a:moveTo>
                <a:cubicBezTo>
                  <a:pt x="56276" y="54885"/>
                  <a:pt x="49837" y="54567"/>
                  <a:pt x="46419" y="58938"/>
                </a:cubicBezTo>
                <a:cubicBezTo>
                  <a:pt x="37239" y="70782"/>
                  <a:pt x="31794" y="85606"/>
                  <a:pt x="31794" y="101741"/>
                </a:cubicBezTo>
                <a:lnTo>
                  <a:pt x="31794" y="111637"/>
                </a:lnTo>
                <a:cubicBezTo>
                  <a:pt x="31794" y="121255"/>
                  <a:pt x="30761" y="130873"/>
                  <a:pt x="28694" y="140212"/>
                </a:cubicBezTo>
                <a:cubicBezTo>
                  <a:pt x="27343" y="146412"/>
                  <a:pt x="31834" y="152572"/>
                  <a:pt x="38193" y="152572"/>
                </a:cubicBezTo>
                <a:cubicBezTo>
                  <a:pt x="42366" y="152572"/>
                  <a:pt x="46102" y="149790"/>
                  <a:pt x="47016" y="145697"/>
                </a:cubicBezTo>
                <a:cubicBezTo>
                  <a:pt x="49559" y="134529"/>
                  <a:pt x="50871" y="123123"/>
                  <a:pt x="50871" y="111597"/>
                </a:cubicBezTo>
                <a:lnTo>
                  <a:pt x="50871" y="101702"/>
                </a:lnTo>
                <a:cubicBezTo>
                  <a:pt x="50871" y="90892"/>
                  <a:pt x="54249" y="80876"/>
                  <a:pt x="59972" y="72650"/>
                </a:cubicBezTo>
                <a:cubicBezTo>
                  <a:pt x="62833" y="68516"/>
                  <a:pt x="63151" y="62873"/>
                  <a:pt x="59892" y="59058"/>
                </a:cubicBezTo>
                <a:close/>
                <a:moveTo>
                  <a:pt x="101741" y="63588"/>
                </a:moveTo>
                <a:cubicBezTo>
                  <a:pt x="80678" y="63588"/>
                  <a:pt x="63588" y="80678"/>
                  <a:pt x="63588" y="101741"/>
                </a:cubicBezTo>
                <a:lnTo>
                  <a:pt x="63588" y="111637"/>
                </a:lnTo>
                <a:cubicBezTo>
                  <a:pt x="63588" y="125905"/>
                  <a:pt x="61760" y="140053"/>
                  <a:pt x="58104" y="153804"/>
                </a:cubicBezTo>
                <a:cubicBezTo>
                  <a:pt x="56594" y="159487"/>
                  <a:pt x="60767" y="165330"/>
                  <a:pt x="66649" y="165330"/>
                </a:cubicBezTo>
                <a:cubicBezTo>
                  <a:pt x="70424" y="165330"/>
                  <a:pt x="73762" y="162866"/>
                  <a:pt x="74756" y="159209"/>
                </a:cubicBezTo>
                <a:cubicBezTo>
                  <a:pt x="78929" y="143710"/>
                  <a:pt x="81075" y="127733"/>
                  <a:pt x="81075" y="111637"/>
                </a:cubicBezTo>
                <a:lnTo>
                  <a:pt x="81075" y="101741"/>
                </a:lnTo>
                <a:cubicBezTo>
                  <a:pt x="81075" y="90335"/>
                  <a:pt x="90335" y="81075"/>
                  <a:pt x="101741" y="81075"/>
                </a:cubicBezTo>
                <a:cubicBezTo>
                  <a:pt x="113147" y="81075"/>
                  <a:pt x="122408" y="90335"/>
                  <a:pt x="122408" y="101741"/>
                </a:cubicBezTo>
                <a:lnTo>
                  <a:pt x="122408" y="111637"/>
                </a:lnTo>
                <a:cubicBezTo>
                  <a:pt x="122408" y="126064"/>
                  <a:pt x="121017" y="140411"/>
                  <a:pt x="118274" y="154520"/>
                </a:cubicBezTo>
                <a:cubicBezTo>
                  <a:pt x="117201" y="160044"/>
                  <a:pt x="121334" y="165330"/>
                  <a:pt x="126938" y="165330"/>
                </a:cubicBezTo>
                <a:cubicBezTo>
                  <a:pt x="130992" y="165330"/>
                  <a:pt x="134489" y="162548"/>
                  <a:pt x="135284" y="158573"/>
                </a:cubicBezTo>
                <a:cubicBezTo>
                  <a:pt x="138344" y="143153"/>
                  <a:pt x="139894" y="127455"/>
                  <a:pt x="139894" y="111637"/>
                </a:cubicBezTo>
                <a:lnTo>
                  <a:pt x="139894" y="101741"/>
                </a:lnTo>
                <a:cubicBezTo>
                  <a:pt x="139894" y="80678"/>
                  <a:pt x="122805" y="63588"/>
                  <a:pt x="101741" y="63588"/>
                </a:cubicBezTo>
                <a:close/>
                <a:moveTo>
                  <a:pt x="111280" y="101741"/>
                </a:moveTo>
                <a:cubicBezTo>
                  <a:pt x="111280" y="96456"/>
                  <a:pt x="107027" y="92203"/>
                  <a:pt x="101741" y="92203"/>
                </a:cubicBezTo>
                <a:cubicBezTo>
                  <a:pt x="96456" y="92203"/>
                  <a:pt x="92203" y="96456"/>
                  <a:pt x="92203" y="101741"/>
                </a:cubicBezTo>
                <a:lnTo>
                  <a:pt x="92203" y="111637"/>
                </a:lnTo>
                <a:cubicBezTo>
                  <a:pt x="92203" y="135443"/>
                  <a:pt x="87831" y="159050"/>
                  <a:pt x="79287" y="181266"/>
                </a:cubicBezTo>
                <a:lnTo>
                  <a:pt x="76942" y="187347"/>
                </a:lnTo>
                <a:cubicBezTo>
                  <a:pt x="75034" y="192275"/>
                  <a:pt x="77498" y="197799"/>
                  <a:pt x="82426" y="199667"/>
                </a:cubicBezTo>
                <a:cubicBezTo>
                  <a:pt x="87354" y="201535"/>
                  <a:pt x="92879" y="199111"/>
                  <a:pt x="94747" y="194183"/>
                </a:cubicBezTo>
                <a:lnTo>
                  <a:pt x="97091" y="188102"/>
                </a:lnTo>
                <a:cubicBezTo>
                  <a:pt x="106471" y="163700"/>
                  <a:pt x="111280" y="137788"/>
                  <a:pt x="111280" y="111637"/>
                </a:cubicBezTo>
                <a:lnTo>
                  <a:pt x="111280" y="10174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3639477" y="1668558"/>
            <a:ext cx="271310" cy="271310"/>
          </a:xfrm>
          <a:custGeom>
            <a:avLst/>
            <a:gdLst/>
            <a:ahLst/>
            <a:cxnLst/>
            <a:rect l="l" t="t" r="r" b="b"/>
            <a:pathLst>
              <a:path w="271310" h="271310">
                <a:moveTo>
                  <a:pt x="135655" y="0"/>
                </a:moveTo>
                <a:lnTo>
                  <a:pt x="135655" y="0"/>
                </a:lnTo>
                <a:cubicBezTo>
                  <a:pt x="210575" y="0"/>
                  <a:pt x="271310" y="60735"/>
                  <a:pt x="271310" y="135655"/>
                </a:cubicBezTo>
                <a:lnTo>
                  <a:pt x="271310" y="135655"/>
                </a:lnTo>
                <a:cubicBezTo>
                  <a:pt x="271310" y="210575"/>
                  <a:pt x="210575" y="271310"/>
                  <a:pt x="135655" y="271310"/>
                </a:cubicBezTo>
                <a:lnTo>
                  <a:pt x="135655" y="271310"/>
                </a:lnTo>
                <a:cubicBezTo>
                  <a:pt x="60735" y="271310"/>
                  <a:pt x="0" y="210575"/>
                  <a:pt x="0" y="135655"/>
                </a:cubicBezTo>
                <a:lnTo>
                  <a:pt x="0" y="135655"/>
                </a:lnTo>
                <a:cubicBezTo>
                  <a:pt x="0" y="60735"/>
                  <a:pt x="60735" y="0"/>
                  <a:pt x="13565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717797" y="1719429"/>
            <a:ext cx="178047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5489" y="2177264"/>
            <a:ext cx="3476161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One-Tap Registration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5489" y="2516402"/>
            <a:ext cx="3459204" cy="881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Citizens can report issues instantly with a single tap. Pre-filled location data and quick-capture camera streamline the process to under 30 seconds.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5489" y="3537207"/>
            <a:ext cx="3391377" cy="6783"/>
          </a:xfrm>
          <a:custGeom>
            <a:avLst/>
            <a:gdLst/>
            <a:ahLst/>
            <a:cxnLst/>
            <a:rect l="l" t="t" r="r" b="b"/>
            <a:pathLst>
              <a:path w="3391377" h="6783">
                <a:moveTo>
                  <a:pt x="0" y="0"/>
                </a:moveTo>
                <a:lnTo>
                  <a:pt x="3391377" y="0"/>
                </a:lnTo>
                <a:lnTo>
                  <a:pt x="3391377" y="6783"/>
                </a:lnTo>
                <a:lnTo>
                  <a:pt x="0" y="6783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13" name="Shape 11"/>
          <p:cNvSpPr/>
          <p:nvPr/>
        </p:nvSpPr>
        <p:spPr>
          <a:xfrm>
            <a:off x="540925" y="3710167"/>
            <a:ext cx="118698" cy="135655"/>
          </a:xfrm>
          <a:custGeom>
            <a:avLst/>
            <a:gdLst/>
            <a:ahLst/>
            <a:cxnLst/>
            <a:rect l="l" t="t" r="r" b="b"/>
            <a:pathLst>
              <a:path w="118698" h="135655">
                <a:moveTo>
                  <a:pt x="44644" y="0"/>
                </a:moveTo>
                <a:cubicBezTo>
                  <a:pt x="41120" y="0"/>
                  <a:pt x="38285" y="2835"/>
                  <a:pt x="38285" y="6359"/>
                </a:cubicBezTo>
                <a:cubicBezTo>
                  <a:pt x="38285" y="9883"/>
                  <a:pt x="41120" y="12718"/>
                  <a:pt x="44644" y="12718"/>
                </a:cubicBezTo>
                <a:lnTo>
                  <a:pt x="53123" y="12718"/>
                </a:lnTo>
                <a:lnTo>
                  <a:pt x="53123" y="19421"/>
                </a:lnTo>
                <a:cubicBezTo>
                  <a:pt x="24508" y="22574"/>
                  <a:pt x="2252" y="46843"/>
                  <a:pt x="2252" y="76306"/>
                </a:cubicBezTo>
                <a:cubicBezTo>
                  <a:pt x="2252" y="107915"/>
                  <a:pt x="27873" y="133535"/>
                  <a:pt x="59482" y="133535"/>
                </a:cubicBezTo>
                <a:cubicBezTo>
                  <a:pt x="91090" y="133535"/>
                  <a:pt x="116711" y="107915"/>
                  <a:pt x="116711" y="76306"/>
                </a:cubicBezTo>
                <a:cubicBezTo>
                  <a:pt x="116711" y="65761"/>
                  <a:pt x="113850" y="55878"/>
                  <a:pt x="108868" y="47373"/>
                </a:cubicBezTo>
                <a:lnTo>
                  <a:pt x="116340" y="39902"/>
                </a:lnTo>
                <a:cubicBezTo>
                  <a:pt x="119652" y="36590"/>
                  <a:pt x="119652" y="31211"/>
                  <a:pt x="116340" y="27899"/>
                </a:cubicBezTo>
                <a:cubicBezTo>
                  <a:pt x="113028" y="24587"/>
                  <a:pt x="107650" y="24587"/>
                  <a:pt x="104338" y="27899"/>
                </a:cubicBezTo>
                <a:lnTo>
                  <a:pt x="98138" y="34099"/>
                </a:lnTo>
                <a:cubicBezTo>
                  <a:pt x="89421" y="26098"/>
                  <a:pt x="78214" y="20772"/>
                  <a:pt x="65814" y="19394"/>
                </a:cubicBezTo>
                <a:lnTo>
                  <a:pt x="65814" y="12691"/>
                </a:lnTo>
                <a:lnTo>
                  <a:pt x="74292" y="12691"/>
                </a:lnTo>
                <a:cubicBezTo>
                  <a:pt x="77816" y="12691"/>
                  <a:pt x="80651" y="9856"/>
                  <a:pt x="80651" y="6332"/>
                </a:cubicBezTo>
                <a:cubicBezTo>
                  <a:pt x="80651" y="2808"/>
                  <a:pt x="77816" y="-26"/>
                  <a:pt x="74292" y="-26"/>
                </a:cubicBezTo>
                <a:lnTo>
                  <a:pt x="44618" y="-26"/>
                </a:lnTo>
                <a:close/>
                <a:moveTo>
                  <a:pt x="65840" y="48751"/>
                </a:moveTo>
                <a:lnTo>
                  <a:pt x="65840" y="76306"/>
                </a:lnTo>
                <a:cubicBezTo>
                  <a:pt x="65840" y="79830"/>
                  <a:pt x="63005" y="82665"/>
                  <a:pt x="59482" y="82665"/>
                </a:cubicBezTo>
                <a:cubicBezTo>
                  <a:pt x="55958" y="82665"/>
                  <a:pt x="53123" y="79830"/>
                  <a:pt x="53123" y="76306"/>
                </a:cubicBezTo>
                <a:lnTo>
                  <a:pt x="53123" y="48751"/>
                </a:lnTo>
                <a:cubicBezTo>
                  <a:pt x="53123" y="45227"/>
                  <a:pt x="55958" y="42392"/>
                  <a:pt x="59482" y="42392"/>
                </a:cubicBezTo>
                <a:cubicBezTo>
                  <a:pt x="63005" y="42392"/>
                  <a:pt x="65840" y="45227"/>
                  <a:pt x="65840" y="48751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752886" y="3676253"/>
            <a:ext cx="1203939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&lt;30 sec submission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26186" y="1393856"/>
            <a:ext cx="3737297" cy="2660535"/>
          </a:xfrm>
          <a:custGeom>
            <a:avLst/>
            <a:gdLst/>
            <a:ahLst/>
            <a:cxnLst/>
            <a:rect l="l" t="t" r="r" b="b"/>
            <a:pathLst>
              <a:path w="3737297" h="2660535">
                <a:moveTo>
                  <a:pt x="135661" y="0"/>
                </a:moveTo>
                <a:lnTo>
                  <a:pt x="3601637" y="0"/>
                </a:lnTo>
                <a:cubicBezTo>
                  <a:pt x="3676560" y="0"/>
                  <a:pt x="3737297" y="60737"/>
                  <a:pt x="3737297" y="135661"/>
                </a:cubicBezTo>
                <a:lnTo>
                  <a:pt x="3737297" y="2524874"/>
                </a:lnTo>
                <a:cubicBezTo>
                  <a:pt x="3737297" y="2599798"/>
                  <a:pt x="3676560" y="2660535"/>
                  <a:pt x="3601637" y="2660535"/>
                </a:cubicBezTo>
                <a:lnTo>
                  <a:pt x="135661" y="2660535"/>
                </a:lnTo>
                <a:cubicBezTo>
                  <a:pt x="60737" y="2660535"/>
                  <a:pt x="0" y="2599798"/>
                  <a:pt x="0" y="2524874"/>
                </a:cubicBezTo>
                <a:lnTo>
                  <a:pt x="0" y="135661"/>
                </a:lnTo>
                <a:cubicBezTo>
                  <a:pt x="0" y="60737"/>
                  <a:pt x="60737" y="0"/>
                  <a:pt x="135661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>
                  <a:alpha val="20000"/>
                </a:srgbClr>
              </a:gs>
              <a:gs pos="5000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2537" y="1570208"/>
            <a:ext cx="464619" cy="464619"/>
          </a:xfrm>
          <a:custGeom>
            <a:avLst/>
            <a:gdLst/>
            <a:ahLst/>
            <a:cxnLst/>
            <a:rect l="l" t="t" r="r" b="b"/>
            <a:pathLst>
              <a:path w="464619" h="464619">
                <a:moveTo>
                  <a:pt x="101742" y="0"/>
                </a:moveTo>
                <a:lnTo>
                  <a:pt x="362876" y="0"/>
                </a:lnTo>
                <a:cubicBezTo>
                  <a:pt x="419067" y="0"/>
                  <a:pt x="464619" y="45552"/>
                  <a:pt x="464619" y="101742"/>
                </a:cubicBezTo>
                <a:lnTo>
                  <a:pt x="464619" y="362876"/>
                </a:lnTo>
                <a:cubicBezTo>
                  <a:pt x="464619" y="419067"/>
                  <a:pt x="419067" y="464619"/>
                  <a:pt x="362876" y="464619"/>
                </a:cubicBezTo>
                <a:lnTo>
                  <a:pt x="101742" y="464619"/>
                </a:lnTo>
                <a:cubicBezTo>
                  <a:pt x="45552" y="464619"/>
                  <a:pt x="0" y="419067"/>
                  <a:pt x="0" y="362876"/>
                </a:cubicBezTo>
                <a:lnTo>
                  <a:pt x="0" y="101742"/>
                </a:lnTo>
                <a:cubicBezTo>
                  <a:pt x="0" y="45589"/>
                  <a:pt x="45589" y="0"/>
                  <a:pt x="101742" y="0"/>
                </a:cubicBezTo>
                <a:close/>
              </a:path>
            </a:pathLst>
          </a:custGeom>
          <a:solidFill>
            <a:srgbClr val="22D3EE">
              <a:alpha val="30196"/>
            </a:srgbClr>
          </a:solidFill>
          <a:ln w="10160">
            <a:solidFill>
              <a:srgbClr val="22D3EE">
                <a:alpha val="5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34801" y="1702472"/>
            <a:ext cx="203483" cy="203483"/>
          </a:xfrm>
          <a:custGeom>
            <a:avLst/>
            <a:gdLst/>
            <a:ahLst/>
            <a:cxnLst/>
            <a:rect l="l" t="t" r="r" b="b"/>
            <a:pathLst>
              <a:path w="203483" h="203483">
                <a:moveTo>
                  <a:pt x="76306" y="25435"/>
                </a:moveTo>
                <a:cubicBezTo>
                  <a:pt x="76306" y="18401"/>
                  <a:pt x="81989" y="12718"/>
                  <a:pt x="89024" y="12718"/>
                </a:cubicBezTo>
                <a:lnTo>
                  <a:pt x="114459" y="12718"/>
                </a:lnTo>
                <a:cubicBezTo>
                  <a:pt x="121493" y="12718"/>
                  <a:pt x="127177" y="18401"/>
                  <a:pt x="127177" y="25435"/>
                </a:cubicBezTo>
                <a:lnTo>
                  <a:pt x="127177" y="50871"/>
                </a:lnTo>
                <a:cubicBezTo>
                  <a:pt x="127177" y="57905"/>
                  <a:pt x="121493" y="63588"/>
                  <a:pt x="114459" y="63588"/>
                </a:cubicBezTo>
                <a:lnTo>
                  <a:pt x="111280" y="63588"/>
                </a:lnTo>
                <a:lnTo>
                  <a:pt x="111280" y="89024"/>
                </a:lnTo>
                <a:lnTo>
                  <a:pt x="158971" y="89024"/>
                </a:lnTo>
                <a:cubicBezTo>
                  <a:pt x="174788" y="89024"/>
                  <a:pt x="187586" y="101821"/>
                  <a:pt x="187586" y="117638"/>
                </a:cubicBezTo>
                <a:lnTo>
                  <a:pt x="187586" y="139894"/>
                </a:lnTo>
                <a:lnTo>
                  <a:pt x="190765" y="139894"/>
                </a:lnTo>
                <a:cubicBezTo>
                  <a:pt x="197799" y="139894"/>
                  <a:pt x="203483" y="145578"/>
                  <a:pt x="203483" y="152612"/>
                </a:cubicBezTo>
                <a:lnTo>
                  <a:pt x="203483" y="178047"/>
                </a:lnTo>
                <a:cubicBezTo>
                  <a:pt x="203483" y="185082"/>
                  <a:pt x="197799" y="190765"/>
                  <a:pt x="190765" y="190765"/>
                </a:cubicBezTo>
                <a:lnTo>
                  <a:pt x="165330" y="190765"/>
                </a:lnTo>
                <a:cubicBezTo>
                  <a:pt x="158295" y="190765"/>
                  <a:pt x="152612" y="185082"/>
                  <a:pt x="152612" y="178047"/>
                </a:cubicBezTo>
                <a:lnTo>
                  <a:pt x="152612" y="152612"/>
                </a:lnTo>
                <a:cubicBezTo>
                  <a:pt x="152612" y="145578"/>
                  <a:pt x="158295" y="139894"/>
                  <a:pt x="165330" y="139894"/>
                </a:cubicBezTo>
                <a:lnTo>
                  <a:pt x="168509" y="139894"/>
                </a:lnTo>
                <a:lnTo>
                  <a:pt x="168509" y="117638"/>
                </a:lnTo>
                <a:cubicBezTo>
                  <a:pt x="168509" y="112353"/>
                  <a:pt x="164257" y="108100"/>
                  <a:pt x="158971" y="108100"/>
                </a:cubicBezTo>
                <a:lnTo>
                  <a:pt x="111280" y="108100"/>
                </a:lnTo>
                <a:lnTo>
                  <a:pt x="111280" y="139894"/>
                </a:lnTo>
                <a:lnTo>
                  <a:pt x="114459" y="139894"/>
                </a:lnTo>
                <a:cubicBezTo>
                  <a:pt x="121493" y="139894"/>
                  <a:pt x="127177" y="145578"/>
                  <a:pt x="127177" y="152612"/>
                </a:cubicBezTo>
                <a:lnTo>
                  <a:pt x="127177" y="178047"/>
                </a:lnTo>
                <a:cubicBezTo>
                  <a:pt x="127177" y="185082"/>
                  <a:pt x="121493" y="190765"/>
                  <a:pt x="114459" y="190765"/>
                </a:cubicBezTo>
                <a:lnTo>
                  <a:pt x="89024" y="190765"/>
                </a:lnTo>
                <a:cubicBezTo>
                  <a:pt x="81989" y="190765"/>
                  <a:pt x="76306" y="185082"/>
                  <a:pt x="76306" y="178047"/>
                </a:cubicBezTo>
                <a:lnTo>
                  <a:pt x="76306" y="152612"/>
                </a:lnTo>
                <a:cubicBezTo>
                  <a:pt x="76306" y="145578"/>
                  <a:pt x="81989" y="139894"/>
                  <a:pt x="89024" y="139894"/>
                </a:cubicBezTo>
                <a:lnTo>
                  <a:pt x="92203" y="139894"/>
                </a:lnTo>
                <a:lnTo>
                  <a:pt x="92203" y="108100"/>
                </a:lnTo>
                <a:lnTo>
                  <a:pt x="44512" y="108100"/>
                </a:lnTo>
                <a:cubicBezTo>
                  <a:pt x="39226" y="108100"/>
                  <a:pt x="34974" y="112353"/>
                  <a:pt x="34974" y="117638"/>
                </a:cubicBezTo>
                <a:lnTo>
                  <a:pt x="34974" y="139894"/>
                </a:lnTo>
                <a:lnTo>
                  <a:pt x="38153" y="139894"/>
                </a:lnTo>
                <a:cubicBezTo>
                  <a:pt x="45187" y="139894"/>
                  <a:pt x="50871" y="145578"/>
                  <a:pt x="50871" y="152612"/>
                </a:cubicBezTo>
                <a:lnTo>
                  <a:pt x="50871" y="178047"/>
                </a:lnTo>
                <a:cubicBezTo>
                  <a:pt x="50871" y="185082"/>
                  <a:pt x="45187" y="190765"/>
                  <a:pt x="38153" y="190765"/>
                </a:cubicBezTo>
                <a:lnTo>
                  <a:pt x="12718" y="190765"/>
                </a:lnTo>
                <a:cubicBezTo>
                  <a:pt x="5683" y="190765"/>
                  <a:pt x="0" y="185082"/>
                  <a:pt x="0" y="178047"/>
                </a:cubicBezTo>
                <a:lnTo>
                  <a:pt x="0" y="152612"/>
                </a:lnTo>
                <a:cubicBezTo>
                  <a:pt x="0" y="145578"/>
                  <a:pt x="5683" y="139894"/>
                  <a:pt x="12718" y="139894"/>
                </a:cubicBezTo>
                <a:lnTo>
                  <a:pt x="15897" y="139894"/>
                </a:lnTo>
                <a:lnTo>
                  <a:pt x="15897" y="117638"/>
                </a:lnTo>
                <a:cubicBezTo>
                  <a:pt x="15897" y="101821"/>
                  <a:pt x="28694" y="89024"/>
                  <a:pt x="44512" y="89024"/>
                </a:cubicBezTo>
                <a:lnTo>
                  <a:pt x="92203" y="89024"/>
                </a:lnTo>
                <a:lnTo>
                  <a:pt x="92203" y="63588"/>
                </a:lnTo>
                <a:lnTo>
                  <a:pt x="89024" y="63588"/>
                </a:lnTo>
                <a:cubicBezTo>
                  <a:pt x="81989" y="63588"/>
                  <a:pt x="76306" y="57905"/>
                  <a:pt x="76306" y="50871"/>
                </a:cubicBezTo>
                <a:lnTo>
                  <a:pt x="76306" y="25435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7523240" y="1668558"/>
            <a:ext cx="271310" cy="271310"/>
          </a:xfrm>
          <a:custGeom>
            <a:avLst/>
            <a:gdLst/>
            <a:ahLst/>
            <a:cxnLst/>
            <a:rect l="l" t="t" r="r" b="b"/>
            <a:pathLst>
              <a:path w="271310" h="271310">
                <a:moveTo>
                  <a:pt x="135655" y="0"/>
                </a:moveTo>
                <a:lnTo>
                  <a:pt x="135655" y="0"/>
                </a:lnTo>
                <a:cubicBezTo>
                  <a:pt x="210575" y="0"/>
                  <a:pt x="271310" y="60735"/>
                  <a:pt x="271310" y="135655"/>
                </a:cubicBezTo>
                <a:lnTo>
                  <a:pt x="271310" y="135655"/>
                </a:lnTo>
                <a:cubicBezTo>
                  <a:pt x="271310" y="210575"/>
                  <a:pt x="210575" y="271310"/>
                  <a:pt x="135655" y="271310"/>
                </a:cubicBezTo>
                <a:lnTo>
                  <a:pt x="135655" y="271310"/>
                </a:lnTo>
                <a:cubicBezTo>
                  <a:pt x="60735" y="271310"/>
                  <a:pt x="0" y="210575"/>
                  <a:pt x="0" y="135655"/>
                </a:cubicBezTo>
                <a:lnTo>
                  <a:pt x="0" y="135655"/>
                </a:lnTo>
                <a:cubicBezTo>
                  <a:pt x="0" y="60735"/>
                  <a:pt x="60735" y="0"/>
                  <a:pt x="135655" y="0"/>
                </a:cubicBezTo>
                <a:close/>
              </a:path>
            </a:pathLst>
          </a:custGeom>
          <a:solidFill>
            <a:srgbClr val="22D3EE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590114" y="1719429"/>
            <a:ext cx="195004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99146" y="2177264"/>
            <a:ext cx="3476161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Department Routing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99146" y="2516402"/>
            <a:ext cx="3459204" cy="881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classification automatically forwards complaints to the correct department—roads, traffic police, or municipal corporation—eliminating manual sorting.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99146" y="3537207"/>
            <a:ext cx="3391377" cy="6783"/>
          </a:xfrm>
          <a:custGeom>
            <a:avLst/>
            <a:gdLst/>
            <a:ahLst/>
            <a:cxnLst/>
            <a:rect l="l" t="t" r="r" b="b"/>
            <a:pathLst>
              <a:path w="3391377" h="6783">
                <a:moveTo>
                  <a:pt x="0" y="0"/>
                </a:moveTo>
                <a:lnTo>
                  <a:pt x="3391377" y="0"/>
                </a:lnTo>
                <a:lnTo>
                  <a:pt x="3391377" y="6783"/>
                </a:lnTo>
                <a:lnTo>
                  <a:pt x="0" y="6783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23" name="Shape 21"/>
          <p:cNvSpPr/>
          <p:nvPr/>
        </p:nvSpPr>
        <p:spPr>
          <a:xfrm>
            <a:off x="4416103" y="3710167"/>
            <a:ext cx="135655" cy="135655"/>
          </a:xfrm>
          <a:custGeom>
            <a:avLst/>
            <a:gdLst/>
            <a:ahLst/>
            <a:cxnLst/>
            <a:rect l="l" t="t" r="r" b="b"/>
            <a:pathLst>
              <a:path w="135655" h="135655">
                <a:moveTo>
                  <a:pt x="118698" y="67828"/>
                </a:moveTo>
                <a:cubicBezTo>
                  <a:pt x="118698" y="39751"/>
                  <a:pt x="95904" y="16957"/>
                  <a:pt x="67828" y="16957"/>
                </a:cubicBezTo>
                <a:cubicBezTo>
                  <a:pt x="39751" y="16957"/>
                  <a:pt x="16957" y="39751"/>
                  <a:pt x="16957" y="67828"/>
                </a:cubicBezTo>
                <a:cubicBezTo>
                  <a:pt x="16957" y="95904"/>
                  <a:pt x="39751" y="118698"/>
                  <a:pt x="67828" y="118698"/>
                </a:cubicBezTo>
                <a:cubicBezTo>
                  <a:pt x="95904" y="118698"/>
                  <a:pt x="118698" y="95904"/>
                  <a:pt x="118698" y="67828"/>
                </a:cubicBezTo>
                <a:close/>
                <a:moveTo>
                  <a:pt x="0" y="67828"/>
                </a:moveTo>
                <a:cubicBezTo>
                  <a:pt x="0" y="30393"/>
                  <a:pt x="30393" y="0"/>
                  <a:pt x="67828" y="0"/>
                </a:cubicBezTo>
                <a:cubicBezTo>
                  <a:pt x="105263" y="0"/>
                  <a:pt x="135655" y="30393"/>
                  <a:pt x="135655" y="67828"/>
                </a:cubicBezTo>
                <a:cubicBezTo>
                  <a:pt x="135655" y="105263"/>
                  <a:pt x="105263" y="135655"/>
                  <a:pt x="67828" y="135655"/>
                </a:cubicBezTo>
                <a:cubicBezTo>
                  <a:pt x="30393" y="135655"/>
                  <a:pt x="0" y="105263"/>
                  <a:pt x="0" y="67828"/>
                </a:cubicBezTo>
                <a:close/>
                <a:moveTo>
                  <a:pt x="67828" y="89024"/>
                </a:moveTo>
                <a:cubicBezTo>
                  <a:pt x="79526" y="89024"/>
                  <a:pt x="89024" y="79526"/>
                  <a:pt x="89024" y="67828"/>
                </a:cubicBezTo>
                <a:cubicBezTo>
                  <a:pt x="89024" y="56129"/>
                  <a:pt x="79526" y="46631"/>
                  <a:pt x="67828" y="46631"/>
                </a:cubicBezTo>
                <a:cubicBezTo>
                  <a:pt x="56129" y="46631"/>
                  <a:pt x="46631" y="56129"/>
                  <a:pt x="46631" y="67828"/>
                </a:cubicBezTo>
                <a:cubicBezTo>
                  <a:pt x="46631" y="79526"/>
                  <a:pt x="56129" y="89024"/>
                  <a:pt x="67828" y="89024"/>
                </a:cubicBezTo>
                <a:close/>
                <a:moveTo>
                  <a:pt x="67828" y="29675"/>
                </a:moveTo>
                <a:cubicBezTo>
                  <a:pt x="88885" y="29675"/>
                  <a:pt x="105981" y="46770"/>
                  <a:pt x="105981" y="67828"/>
                </a:cubicBezTo>
                <a:cubicBezTo>
                  <a:pt x="105981" y="88885"/>
                  <a:pt x="88885" y="105981"/>
                  <a:pt x="67828" y="105981"/>
                </a:cubicBezTo>
                <a:cubicBezTo>
                  <a:pt x="46770" y="105981"/>
                  <a:pt x="29675" y="88885"/>
                  <a:pt x="29675" y="67828"/>
                </a:cubicBezTo>
                <a:cubicBezTo>
                  <a:pt x="29675" y="46770"/>
                  <a:pt x="46770" y="29675"/>
                  <a:pt x="67828" y="29675"/>
                </a:cubicBezTo>
                <a:close/>
                <a:moveTo>
                  <a:pt x="59349" y="67828"/>
                </a:moveTo>
                <a:cubicBezTo>
                  <a:pt x="59349" y="63148"/>
                  <a:pt x="63148" y="59349"/>
                  <a:pt x="67828" y="59349"/>
                </a:cubicBezTo>
                <a:cubicBezTo>
                  <a:pt x="72507" y="59349"/>
                  <a:pt x="76306" y="63148"/>
                  <a:pt x="76306" y="67828"/>
                </a:cubicBezTo>
                <a:cubicBezTo>
                  <a:pt x="76306" y="72507"/>
                  <a:pt x="72507" y="76306"/>
                  <a:pt x="67828" y="76306"/>
                </a:cubicBezTo>
                <a:cubicBezTo>
                  <a:pt x="63148" y="76306"/>
                  <a:pt x="59349" y="72507"/>
                  <a:pt x="59349" y="67828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4636542" y="3676253"/>
            <a:ext cx="890236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98% accuracy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09948" y="1393856"/>
            <a:ext cx="3737297" cy="2660535"/>
          </a:xfrm>
          <a:custGeom>
            <a:avLst/>
            <a:gdLst/>
            <a:ahLst/>
            <a:cxnLst/>
            <a:rect l="l" t="t" r="r" b="b"/>
            <a:pathLst>
              <a:path w="3737297" h="2660535">
                <a:moveTo>
                  <a:pt x="135661" y="0"/>
                </a:moveTo>
                <a:lnTo>
                  <a:pt x="3601637" y="0"/>
                </a:lnTo>
                <a:cubicBezTo>
                  <a:pt x="3676560" y="0"/>
                  <a:pt x="3737297" y="60737"/>
                  <a:pt x="3737297" y="135661"/>
                </a:cubicBezTo>
                <a:lnTo>
                  <a:pt x="3737297" y="2524874"/>
                </a:lnTo>
                <a:cubicBezTo>
                  <a:pt x="3737297" y="2599798"/>
                  <a:pt x="3676560" y="2660535"/>
                  <a:pt x="3601637" y="2660535"/>
                </a:cubicBezTo>
                <a:lnTo>
                  <a:pt x="135661" y="2660535"/>
                </a:lnTo>
                <a:cubicBezTo>
                  <a:pt x="60737" y="2660535"/>
                  <a:pt x="0" y="2599798"/>
                  <a:pt x="0" y="2524874"/>
                </a:cubicBezTo>
                <a:lnTo>
                  <a:pt x="0" y="135661"/>
                </a:lnTo>
                <a:cubicBezTo>
                  <a:pt x="0" y="60737"/>
                  <a:pt x="60737" y="0"/>
                  <a:pt x="135661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>
                  <a:alpha val="20000"/>
                </a:srgbClr>
              </a:gs>
              <a:gs pos="5000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6300" y="1570208"/>
            <a:ext cx="464619" cy="464619"/>
          </a:xfrm>
          <a:custGeom>
            <a:avLst/>
            <a:gdLst/>
            <a:ahLst/>
            <a:cxnLst/>
            <a:rect l="l" t="t" r="r" b="b"/>
            <a:pathLst>
              <a:path w="464619" h="464619">
                <a:moveTo>
                  <a:pt x="101742" y="0"/>
                </a:moveTo>
                <a:lnTo>
                  <a:pt x="362876" y="0"/>
                </a:lnTo>
                <a:cubicBezTo>
                  <a:pt x="419067" y="0"/>
                  <a:pt x="464619" y="45552"/>
                  <a:pt x="464619" y="101742"/>
                </a:cubicBezTo>
                <a:lnTo>
                  <a:pt x="464619" y="362876"/>
                </a:lnTo>
                <a:cubicBezTo>
                  <a:pt x="464619" y="419067"/>
                  <a:pt x="419067" y="464619"/>
                  <a:pt x="362876" y="464619"/>
                </a:cubicBezTo>
                <a:lnTo>
                  <a:pt x="101742" y="464619"/>
                </a:lnTo>
                <a:cubicBezTo>
                  <a:pt x="45552" y="464619"/>
                  <a:pt x="0" y="419067"/>
                  <a:pt x="0" y="362876"/>
                </a:cubicBezTo>
                <a:lnTo>
                  <a:pt x="0" y="101742"/>
                </a:lnTo>
                <a:cubicBezTo>
                  <a:pt x="0" y="45589"/>
                  <a:pt x="45589" y="0"/>
                  <a:pt x="101742" y="0"/>
                </a:cubicBezTo>
                <a:close/>
              </a:path>
            </a:pathLst>
          </a:custGeom>
          <a:solidFill>
            <a:srgbClr val="EF4444">
              <a:alpha val="30196"/>
            </a:srgbClr>
          </a:solidFill>
          <a:ln w="10160">
            <a:solidFill>
              <a:srgbClr val="EF4444">
                <a:alpha val="5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8563" y="1702472"/>
            <a:ext cx="203483" cy="203483"/>
          </a:xfrm>
          <a:custGeom>
            <a:avLst/>
            <a:gdLst/>
            <a:ahLst/>
            <a:cxnLst/>
            <a:rect l="l" t="t" r="r" b="b"/>
            <a:pathLst>
              <a:path w="203483" h="203483">
                <a:moveTo>
                  <a:pt x="92402" y="2067"/>
                </a:moveTo>
                <a:cubicBezTo>
                  <a:pt x="98323" y="-676"/>
                  <a:pt x="105159" y="-676"/>
                  <a:pt x="111081" y="2067"/>
                </a:cubicBezTo>
                <a:lnTo>
                  <a:pt x="197958" y="42207"/>
                </a:lnTo>
                <a:cubicBezTo>
                  <a:pt x="201337" y="43757"/>
                  <a:pt x="203483" y="47135"/>
                  <a:pt x="203483" y="50871"/>
                </a:cubicBezTo>
                <a:cubicBezTo>
                  <a:pt x="203483" y="54606"/>
                  <a:pt x="201337" y="57985"/>
                  <a:pt x="197958" y="59535"/>
                </a:cubicBezTo>
                <a:lnTo>
                  <a:pt x="111081" y="99675"/>
                </a:lnTo>
                <a:cubicBezTo>
                  <a:pt x="105159" y="102417"/>
                  <a:pt x="98323" y="102417"/>
                  <a:pt x="92402" y="99675"/>
                </a:cubicBezTo>
                <a:lnTo>
                  <a:pt x="5524" y="59535"/>
                </a:lnTo>
                <a:cubicBezTo>
                  <a:pt x="2146" y="57945"/>
                  <a:pt x="0" y="54567"/>
                  <a:pt x="0" y="50871"/>
                </a:cubicBezTo>
                <a:cubicBezTo>
                  <a:pt x="0" y="47175"/>
                  <a:pt x="2146" y="43757"/>
                  <a:pt x="5524" y="42207"/>
                </a:cubicBezTo>
                <a:lnTo>
                  <a:pt x="92402" y="2067"/>
                </a:lnTo>
                <a:close/>
                <a:moveTo>
                  <a:pt x="19116" y="86798"/>
                </a:moveTo>
                <a:lnTo>
                  <a:pt x="84413" y="116963"/>
                </a:lnTo>
                <a:cubicBezTo>
                  <a:pt x="95422" y="122050"/>
                  <a:pt x="108100" y="122050"/>
                  <a:pt x="119109" y="116963"/>
                </a:cubicBezTo>
                <a:lnTo>
                  <a:pt x="184406" y="86798"/>
                </a:lnTo>
                <a:lnTo>
                  <a:pt x="197958" y="93077"/>
                </a:lnTo>
                <a:cubicBezTo>
                  <a:pt x="201337" y="94627"/>
                  <a:pt x="203483" y="98005"/>
                  <a:pt x="203483" y="101741"/>
                </a:cubicBezTo>
                <a:cubicBezTo>
                  <a:pt x="203483" y="105477"/>
                  <a:pt x="201337" y="108855"/>
                  <a:pt x="197958" y="110405"/>
                </a:cubicBezTo>
                <a:lnTo>
                  <a:pt x="111081" y="150545"/>
                </a:lnTo>
                <a:cubicBezTo>
                  <a:pt x="105159" y="153288"/>
                  <a:pt x="98323" y="153288"/>
                  <a:pt x="92402" y="150545"/>
                </a:cubicBezTo>
                <a:lnTo>
                  <a:pt x="5524" y="110405"/>
                </a:lnTo>
                <a:cubicBezTo>
                  <a:pt x="2146" y="108816"/>
                  <a:pt x="0" y="105437"/>
                  <a:pt x="0" y="101741"/>
                </a:cubicBezTo>
                <a:cubicBezTo>
                  <a:pt x="0" y="98045"/>
                  <a:pt x="2146" y="94627"/>
                  <a:pt x="5524" y="93077"/>
                </a:cubicBezTo>
                <a:lnTo>
                  <a:pt x="19076" y="86798"/>
                </a:lnTo>
                <a:close/>
                <a:moveTo>
                  <a:pt x="5524" y="143948"/>
                </a:moveTo>
                <a:lnTo>
                  <a:pt x="19076" y="137669"/>
                </a:lnTo>
                <a:lnTo>
                  <a:pt x="84374" y="167833"/>
                </a:lnTo>
                <a:cubicBezTo>
                  <a:pt x="95382" y="172920"/>
                  <a:pt x="108060" y="172920"/>
                  <a:pt x="119069" y="167833"/>
                </a:cubicBezTo>
                <a:lnTo>
                  <a:pt x="184366" y="137669"/>
                </a:lnTo>
                <a:lnTo>
                  <a:pt x="197919" y="143948"/>
                </a:lnTo>
                <a:cubicBezTo>
                  <a:pt x="201297" y="145498"/>
                  <a:pt x="203443" y="148876"/>
                  <a:pt x="203443" y="152612"/>
                </a:cubicBezTo>
                <a:cubicBezTo>
                  <a:pt x="203443" y="156348"/>
                  <a:pt x="201297" y="159726"/>
                  <a:pt x="197919" y="161276"/>
                </a:cubicBezTo>
                <a:lnTo>
                  <a:pt x="111041" y="201416"/>
                </a:lnTo>
                <a:cubicBezTo>
                  <a:pt x="105119" y="204158"/>
                  <a:pt x="98284" y="204158"/>
                  <a:pt x="92362" y="201416"/>
                </a:cubicBezTo>
                <a:lnTo>
                  <a:pt x="5524" y="161276"/>
                </a:lnTo>
                <a:cubicBezTo>
                  <a:pt x="2146" y="159686"/>
                  <a:pt x="0" y="156308"/>
                  <a:pt x="0" y="152612"/>
                </a:cubicBezTo>
                <a:cubicBezTo>
                  <a:pt x="0" y="148916"/>
                  <a:pt x="2146" y="145498"/>
                  <a:pt x="5524" y="143948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07002" y="1668558"/>
            <a:ext cx="271310" cy="271310"/>
          </a:xfrm>
          <a:custGeom>
            <a:avLst/>
            <a:gdLst/>
            <a:ahLst/>
            <a:cxnLst/>
            <a:rect l="l" t="t" r="r" b="b"/>
            <a:pathLst>
              <a:path w="271310" h="271310">
                <a:moveTo>
                  <a:pt x="135655" y="0"/>
                </a:moveTo>
                <a:lnTo>
                  <a:pt x="135655" y="0"/>
                </a:lnTo>
                <a:cubicBezTo>
                  <a:pt x="210575" y="0"/>
                  <a:pt x="271310" y="60735"/>
                  <a:pt x="271310" y="135655"/>
                </a:cubicBezTo>
                <a:lnTo>
                  <a:pt x="271310" y="135655"/>
                </a:lnTo>
                <a:cubicBezTo>
                  <a:pt x="271310" y="210575"/>
                  <a:pt x="210575" y="271310"/>
                  <a:pt x="135655" y="271310"/>
                </a:cubicBezTo>
                <a:lnTo>
                  <a:pt x="135655" y="271310"/>
                </a:lnTo>
                <a:cubicBezTo>
                  <a:pt x="60735" y="271310"/>
                  <a:pt x="0" y="210575"/>
                  <a:pt x="0" y="135655"/>
                </a:cubicBezTo>
                <a:lnTo>
                  <a:pt x="0" y="135655"/>
                </a:lnTo>
                <a:cubicBezTo>
                  <a:pt x="0" y="60735"/>
                  <a:pt x="60735" y="0"/>
                  <a:pt x="135655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472287" y="1719429"/>
            <a:ext cx="203483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82908" y="2177264"/>
            <a:ext cx="3476161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 Classification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82908" y="2516402"/>
            <a:ext cx="3459204" cy="881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Issues automatically classified as High, Medium, or Low priority based on severity, location impact, and safety risk. Critical problems get immediate attention.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82908" y="3537312"/>
            <a:ext cx="3391377" cy="6783"/>
          </a:xfrm>
          <a:custGeom>
            <a:avLst/>
            <a:gdLst/>
            <a:ahLst/>
            <a:cxnLst/>
            <a:rect l="l" t="t" r="r" b="b"/>
            <a:pathLst>
              <a:path w="3391377" h="6783">
                <a:moveTo>
                  <a:pt x="0" y="0"/>
                </a:moveTo>
                <a:lnTo>
                  <a:pt x="3391377" y="0"/>
                </a:lnTo>
                <a:lnTo>
                  <a:pt x="3391377" y="6783"/>
                </a:lnTo>
                <a:lnTo>
                  <a:pt x="0" y="6783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33" name="Shape 31"/>
          <p:cNvSpPr/>
          <p:nvPr/>
        </p:nvSpPr>
        <p:spPr>
          <a:xfrm>
            <a:off x="8282908" y="3676359"/>
            <a:ext cx="373051" cy="203483"/>
          </a:xfrm>
          <a:custGeom>
            <a:avLst/>
            <a:gdLst/>
            <a:ahLst/>
            <a:cxnLst/>
            <a:rect l="l" t="t" r="r" b="b"/>
            <a:pathLst>
              <a:path w="373051" h="203483">
                <a:moveTo>
                  <a:pt x="33914" y="0"/>
                </a:moveTo>
                <a:lnTo>
                  <a:pt x="339137" y="0"/>
                </a:lnTo>
                <a:cubicBezTo>
                  <a:pt x="357867" y="0"/>
                  <a:pt x="373051" y="15184"/>
                  <a:pt x="373051" y="33914"/>
                </a:cubicBezTo>
                <a:lnTo>
                  <a:pt x="373051" y="169568"/>
                </a:lnTo>
                <a:cubicBezTo>
                  <a:pt x="373051" y="188299"/>
                  <a:pt x="357867" y="203483"/>
                  <a:pt x="339137" y="203483"/>
                </a:cubicBezTo>
                <a:lnTo>
                  <a:pt x="33914" y="203483"/>
                </a:lnTo>
                <a:cubicBezTo>
                  <a:pt x="15184" y="203483"/>
                  <a:pt x="0" y="188299"/>
                  <a:pt x="0" y="169568"/>
                </a:cubicBezTo>
                <a:lnTo>
                  <a:pt x="0" y="33914"/>
                </a:lnTo>
                <a:cubicBezTo>
                  <a:pt x="0" y="15184"/>
                  <a:pt x="15184" y="0"/>
                  <a:pt x="33914" y="0"/>
                </a:cubicBezTo>
                <a:close/>
              </a:path>
            </a:pathLst>
          </a:custGeom>
          <a:solidFill>
            <a:srgbClr val="EF4444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282908" y="3676359"/>
            <a:ext cx="423922" cy="203483"/>
          </a:xfrm>
          <a:prstGeom prst="rect">
            <a:avLst/>
          </a:prstGeom>
          <a:noFill/>
          <a:ln/>
        </p:spPr>
        <p:txBody>
          <a:bodyPr wrap="square" lIns="67828" tIns="33914" rIns="67828" bIns="33914" rtlCol="0" anchor="ctr"/>
          <a:lstStyle/>
          <a:p>
            <a:pPr>
              <a:lnSpc>
                <a:spcPct val="110000"/>
              </a:lnSpc>
            </a:pPr>
            <a:r>
              <a:rPr lang="en-US" sz="801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759715" y="3676359"/>
            <a:ext cx="347616" cy="203483"/>
          </a:xfrm>
          <a:custGeom>
            <a:avLst/>
            <a:gdLst/>
            <a:ahLst/>
            <a:cxnLst/>
            <a:rect l="l" t="t" r="r" b="b"/>
            <a:pathLst>
              <a:path w="347616" h="203483">
                <a:moveTo>
                  <a:pt x="33914" y="0"/>
                </a:moveTo>
                <a:lnTo>
                  <a:pt x="313702" y="0"/>
                </a:lnTo>
                <a:cubicBezTo>
                  <a:pt x="332432" y="0"/>
                  <a:pt x="347616" y="15184"/>
                  <a:pt x="347616" y="33914"/>
                </a:cubicBezTo>
                <a:lnTo>
                  <a:pt x="347616" y="169568"/>
                </a:lnTo>
                <a:cubicBezTo>
                  <a:pt x="347616" y="188299"/>
                  <a:pt x="332432" y="203483"/>
                  <a:pt x="313702" y="203483"/>
                </a:cubicBezTo>
                <a:lnTo>
                  <a:pt x="33914" y="203483"/>
                </a:lnTo>
                <a:cubicBezTo>
                  <a:pt x="15184" y="203483"/>
                  <a:pt x="0" y="188299"/>
                  <a:pt x="0" y="169568"/>
                </a:cubicBezTo>
                <a:lnTo>
                  <a:pt x="0" y="33914"/>
                </a:lnTo>
                <a:cubicBezTo>
                  <a:pt x="0" y="15184"/>
                  <a:pt x="15184" y="0"/>
                  <a:pt x="33914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759715" y="3676359"/>
            <a:ext cx="398487" cy="203483"/>
          </a:xfrm>
          <a:prstGeom prst="rect">
            <a:avLst/>
          </a:prstGeom>
          <a:noFill/>
          <a:ln/>
        </p:spPr>
        <p:txBody>
          <a:bodyPr wrap="square" lIns="67828" tIns="33914" rIns="67828" bIns="33914" rtlCol="0" anchor="ctr"/>
          <a:lstStyle/>
          <a:p>
            <a:pPr>
              <a:lnSpc>
                <a:spcPct val="110000"/>
              </a:lnSpc>
            </a:pPr>
            <a:r>
              <a:rPr lang="en-US" sz="801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207695" y="3676359"/>
            <a:ext cx="373051" cy="203483"/>
          </a:xfrm>
          <a:custGeom>
            <a:avLst/>
            <a:gdLst/>
            <a:ahLst/>
            <a:cxnLst/>
            <a:rect l="l" t="t" r="r" b="b"/>
            <a:pathLst>
              <a:path w="373051" h="203483">
                <a:moveTo>
                  <a:pt x="33914" y="0"/>
                </a:moveTo>
                <a:lnTo>
                  <a:pt x="339137" y="0"/>
                </a:lnTo>
                <a:cubicBezTo>
                  <a:pt x="357867" y="0"/>
                  <a:pt x="373051" y="15184"/>
                  <a:pt x="373051" y="33914"/>
                </a:cubicBezTo>
                <a:lnTo>
                  <a:pt x="373051" y="169568"/>
                </a:lnTo>
                <a:cubicBezTo>
                  <a:pt x="373051" y="188299"/>
                  <a:pt x="357867" y="203483"/>
                  <a:pt x="339137" y="203483"/>
                </a:cubicBezTo>
                <a:lnTo>
                  <a:pt x="33914" y="203483"/>
                </a:lnTo>
                <a:cubicBezTo>
                  <a:pt x="15184" y="203483"/>
                  <a:pt x="0" y="188299"/>
                  <a:pt x="0" y="169568"/>
                </a:cubicBezTo>
                <a:lnTo>
                  <a:pt x="0" y="33914"/>
                </a:lnTo>
                <a:cubicBezTo>
                  <a:pt x="0" y="15184"/>
                  <a:pt x="15184" y="0"/>
                  <a:pt x="33914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207695" y="3676359"/>
            <a:ext cx="423922" cy="203483"/>
          </a:xfrm>
          <a:prstGeom prst="rect">
            <a:avLst/>
          </a:prstGeom>
          <a:noFill/>
          <a:ln/>
        </p:spPr>
        <p:txBody>
          <a:bodyPr wrap="square" lIns="67828" tIns="33914" rIns="67828" bIns="33914" rtlCol="0" anchor="ctr"/>
          <a:lstStyle/>
          <a:p>
            <a:pPr>
              <a:lnSpc>
                <a:spcPct val="110000"/>
              </a:lnSpc>
            </a:pPr>
            <a:r>
              <a:rPr lang="en-US" sz="801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42529" y="4195134"/>
            <a:ext cx="3737297" cy="2440096"/>
          </a:xfrm>
          <a:custGeom>
            <a:avLst/>
            <a:gdLst/>
            <a:ahLst/>
            <a:cxnLst/>
            <a:rect l="l" t="t" r="r" b="b"/>
            <a:pathLst>
              <a:path w="3737297" h="2440096">
                <a:moveTo>
                  <a:pt x="135645" y="0"/>
                </a:moveTo>
                <a:lnTo>
                  <a:pt x="3601652" y="0"/>
                </a:lnTo>
                <a:cubicBezTo>
                  <a:pt x="3676567" y="0"/>
                  <a:pt x="3737297" y="60730"/>
                  <a:pt x="3737297" y="135645"/>
                </a:cubicBezTo>
                <a:lnTo>
                  <a:pt x="3737297" y="2304451"/>
                </a:lnTo>
                <a:cubicBezTo>
                  <a:pt x="3737297" y="2379365"/>
                  <a:pt x="3676567" y="2440096"/>
                  <a:pt x="3601652" y="2440096"/>
                </a:cubicBezTo>
                <a:lnTo>
                  <a:pt x="135645" y="2440096"/>
                </a:lnTo>
                <a:cubicBezTo>
                  <a:pt x="60780" y="2440096"/>
                  <a:pt x="0" y="2379315"/>
                  <a:pt x="0" y="2304451"/>
                </a:cubicBezTo>
                <a:lnTo>
                  <a:pt x="0" y="135645"/>
                </a:lnTo>
                <a:cubicBezTo>
                  <a:pt x="0" y="60780"/>
                  <a:pt x="60780" y="0"/>
                  <a:pt x="135645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20000"/>
                </a:srgbClr>
              </a:gs>
              <a:gs pos="5000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8881" y="4371484"/>
            <a:ext cx="464619" cy="464619"/>
          </a:xfrm>
          <a:custGeom>
            <a:avLst/>
            <a:gdLst/>
            <a:ahLst/>
            <a:cxnLst/>
            <a:rect l="l" t="t" r="r" b="b"/>
            <a:pathLst>
              <a:path w="464619" h="464619">
                <a:moveTo>
                  <a:pt x="101742" y="0"/>
                </a:moveTo>
                <a:lnTo>
                  <a:pt x="362876" y="0"/>
                </a:lnTo>
                <a:cubicBezTo>
                  <a:pt x="419067" y="0"/>
                  <a:pt x="464619" y="45552"/>
                  <a:pt x="464619" y="101742"/>
                </a:cubicBezTo>
                <a:lnTo>
                  <a:pt x="464619" y="362876"/>
                </a:lnTo>
                <a:cubicBezTo>
                  <a:pt x="464619" y="419067"/>
                  <a:pt x="419067" y="464619"/>
                  <a:pt x="362876" y="464619"/>
                </a:cubicBezTo>
                <a:lnTo>
                  <a:pt x="101742" y="464619"/>
                </a:lnTo>
                <a:cubicBezTo>
                  <a:pt x="45552" y="464619"/>
                  <a:pt x="0" y="419067"/>
                  <a:pt x="0" y="362876"/>
                </a:cubicBezTo>
                <a:lnTo>
                  <a:pt x="0" y="101742"/>
                </a:lnTo>
                <a:cubicBezTo>
                  <a:pt x="0" y="45589"/>
                  <a:pt x="45589" y="0"/>
                  <a:pt x="101742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 w="10160">
            <a:solidFill>
              <a:srgbClr val="8B5CF6">
                <a:alpha val="5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3862" y="4503748"/>
            <a:ext cx="178047" cy="203483"/>
          </a:xfrm>
          <a:custGeom>
            <a:avLst/>
            <a:gdLst/>
            <a:ahLst/>
            <a:cxnLst/>
            <a:rect l="l" t="t" r="r" b="b"/>
            <a:pathLst>
              <a:path w="178047" h="203483">
                <a:moveTo>
                  <a:pt x="89024" y="0"/>
                </a:moveTo>
                <a:cubicBezTo>
                  <a:pt x="81989" y="0"/>
                  <a:pt x="76306" y="5683"/>
                  <a:pt x="76306" y="12718"/>
                </a:cubicBezTo>
                <a:lnTo>
                  <a:pt x="76306" y="13989"/>
                </a:lnTo>
                <a:cubicBezTo>
                  <a:pt x="47294" y="19871"/>
                  <a:pt x="25435" y="45545"/>
                  <a:pt x="25435" y="76306"/>
                </a:cubicBezTo>
                <a:lnTo>
                  <a:pt x="25435" y="84930"/>
                </a:lnTo>
                <a:cubicBezTo>
                  <a:pt x="25435" y="104046"/>
                  <a:pt x="18918" y="122606"/>
                  <a:pt x="6995" y="137549"/>
                </a:cubicBezTo>
                <a:lnTo>
                  <a:pt x="3100" y="142398"/>
                </a:lnTo>
                <a:cubicBezTo>
                  <a:pt x="1073" y="144902"/>
                  <a:pt x="0" y="148002"/>
                  <a:pt x="0" y="151221"/>
                </a:cubicBezTo>
                <a:cubicBezTo>
                  <a:pt x="0" y="159011"/>
                  <a:pt x="6319" y="165330"/>
                  <a:pt x="14109" y="165330"/>
                </a:cubicBezTo>
                <a:lnTo>
                  <a:pt x="163899" y="165330"/>
                </a:lnTo>
                <a:cubicBezTo>
                  <a:pt x="171688" y="165330"/>
                  <a:pt x="178008" y="159011"/>
                  <a:pt x="178008" y="151221"/>
                </a:cubicBezTo>
                <a:cubicBezTo>
                  <a:pt x="178008" y="148002"/>
                  <a:pt x="176934" y="144902"/>
                  <a:pt x="174908" y="142398"/>
                </a:cubicBezTo>
                <a:lnTo>
                  <a:pt x="171013" y="137549"/>
                </a:lnTo>
                <a:cubicBezTo>
                  <a:pt x="159130" y="122606"/>
                  <a:pt x="152612" y="104046"/>
                  <a:pt x="152612" y="84930"/>
                </a:cubicBezTo>
                <a:lnTo>
                  <a:pt x="152612" y="76306"/>
                </a:lnTo>
                <a:cubicBezTo>
                  <a:pt x="152612" y="45545"/>
                  <a:pt x="130753" y="19871"/>
                  <a:pt x="101741" y="13989"/>
                </a:cubicBezTo>
                <a:lnTo>
                  <a:pt x="101741" y="12718"/>
                </a:lnTo>
                <a:cubicBezTo>
                  <a:pt x="101741" y="5683"/>
                  <a:pt x="96058" y="0"/>
                  <a:pt x="89024" y="0"/>
                </a:cubicBezTo>
                <a:close/>
                <a:moveTo>
                  <a:pt x="64383" y="184406"/>
                </a:moveTo>
                <a:cubicBezTo>
                  <a:pt x="67205" y="195375"/>
                  <a:pt x="77180" y="203483"/>
                  <a:pt x="89024" y="203483"/>
                </a:cubicBezTo>
                <a:cubicBezTo>
                  <a:pt x="100867" y="203483"/>
                  <a:pt x="110842" y="195375"/>
                  <a:pt x="113664" y="184406"/>
                </a:cubicBezTo>
                <a:lnTo>
                  <a:pt x="64383" y="184406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2" name="Shape 40"/>
          <p:cNvSpPr/>
          <p:nvPr/>
        </p:nvSpPr>
        <p:spPr>
          <a:xfrm>
            <a:off x="3639477" y="4469834"/>
            <a:ext cx="271310" cy="271310"/>
          </a:xfrm>
          <a:custGeom>
            <a:avLst/>
            <a:gdLst/>
            <a:ahLst/>
            <a:cxnLst/>
            <a:rect l="l" t="t" r="r" b="b"/>
            <a:pathLst>
              <a:path w="271310" h="271310">
                <a:moveTo>
                  <a:pt x="135655" y="0"/>
                </a:moveTo>
                <a:lnTo>
                  <a:pt x="135655" y="0"/>
                </a:lnTo>
                <a:cubicBezTo>
                  <a:pt x="210575" y="0"/>
                  <a:pt x="271310" y="60735"/>
                  <a:pt x="271310" y="135655"/>
                </a:cubicBezTo>
                <a:lnTo>
                  <a:pt x="271310" y="135655"/>
                </a:lnTo>
                <a:cubicBezTo>
                  <a:pt x="271310" y="210575"/>
                  <a:pt x="210575" y="271310"/>
                  <a:pt x="135655" y="271310"/>
                </a:cubicBezTo>
                <a:lnTo>
                  <a:pt x="135655" y="271310"/>
                </a:lnTo>
                <a:cubicBezTo>
                  <a:pt x="60735" y="271310"/>
                  <a:pt x="0" y="210575"/>
                  <a:pt x="0" y="135655"/>
                </a:cubicBezTo>
                <a:lnTo>
                  <a:pt x="0" y="135655"/>
                </a:lnTo>
                <a:cubicBezTo>
                  <a:pt x="0" y="60735"/>
                  <a:pt x="60735" y="0"/>
                  <a:pt x="135655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706457" y="4520705"/>
            <a:ext cx="195004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5489" y="4978541"/>
            <a:ext cx="3476161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Push Notifications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5489" y="5317679"/>
            <a:ext cx="3459204" cy="661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alerts keep citizens informed at every stage—submission confirmation, department assignment, work in progress, and resolution completion.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15489" y="6118044"/>
            <a:ext cx="3391377" cy="6783"/>
          </a:xfrm>
          <a:custGeom>
            <a:avLst/>
            <a:gdLst/>
            <a:ahLst/>
            <a:cxnLst/>
            <a:rect l="l" t="t" r="r" b="b"/>
            <a:pathLst>
              <a:path w="3391377" h="6783">
                <a:moveTo>
                  <a:pt x="0" y="0"/>
                </a:moveTo>
                <a:lnTo>
                  <a:pt x="3391377" y="0"/>
                </a:lnTo>
                <a:lnTo>
                  <a:pt x="3391377" y="6783"/>
                </a:lnTo>
                <a:lnTo>
                  <a:pt x="0" y="6783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47" name="Shape 45"/>
          <p:cNvSpPr/>
          <p:nvPr/>
        </p:nvSpPr>
        <p:spPr>
          <a:xfrm>
            <a:off x="549403" y="6291004"/>
            <a:ext cx="101741" cy="135655"/>
          </a:xfrm>
          <a:custGeom>
            <a:avLst/>
            <a:gdLst/>
            <a:ahLst/>
            <a:cxnLst/>
            <a:rect l="l" t="t" r="r" b="b"/>
            <a:pathLst>
              <a:path w="101741" h="135655">
                <a:moveTo>
                  <a:pt x="4239" y="16957"/>
                </a:moveTo>
                <a:cubicBezTo>
                  <a:pt x="4239" y="7604"/>
                  <a:pt x="11843" y="0"/>
                  <a:pt x="21196" y="0"/>
                </a:cubicBezTo>
                <a:lnTo>
                  <a:pt x="80545" y="0"/>
                </a:lnTo>
                <a:cubicBezTo>
                  <a:pt x="89898" y="0"/>
                  <a:pt x="97502" y="7604"/>
                  <a:pt x="97502" y="16957"/>
                </a:cubicBezTo>
                <a:lnTo>
                  <a:pt x="97502" y="118698"/>
                </a:lnTo>
                <a:cubicBezTo>
                  <a:pt x="97502" y="128051"/>
                  <a:pt x="89898" y="135655"/>
                  <a:pt x="80545" y="135655"/>
                </a:cubicBezTo>
                <a:lnTo>
                  <a:pt x="21196" y="135655"/>
                </a:lnTo>
                <a:cubicBezTo>
                  <a:pt x="11843" y="135655"/>
                  <a:pt x="4239" y="128051"/>
                  <a:pt x="4239" y="118698"/>
                </a:cubicBezTo>
                <a:lnTo>
                  <a:pt x="4239" y="16957"/>
                </a:lnTo>
                <a:close/>
                <a:moveTo>
                  <a:pt x="21196" y="16957"/>
                </a:moveTo>
                <a:lnTo>
                  <a:pt x="21196" y="97502"/>
                </a:lnTo>
                <a:lnTo>
                  <a:pt x="80545" y="97502"/>
                </a:lnTo>
                <a:lnTo>
                  <a:pt x="80545" y="16957"/>
                </a:lnTo>
                <a:lnTo>
                  <a:pt x="21196" y="16957"/>
                </a:lnTo>
                <a:close/>
                <a:moveTo>
                  <a:pt x="50871" y="125057"/>
                </a:moveTo>
                <a:cubicBezTo>
                  <a:pt x="55560" y="125057"/>
                  <a:pt x="59349" y="121268"/>
                  <a:pt x="59349" y="116579"/>
                </a:cubicBezTo>
                <a:cubicBezTo>
                  <a:pt x="59349" y="111889"/>
                  <a:pt x="55560" y="108100"/>
                  <a:pt x="50871" y="108100"/>
                </a:cubicBezTo>
                <a:cubicBezTo>
                  <a:pt x="46181" y="108100"/>
                  <a:pt x="42392" y="111889"/>
                  <a:pt x="42392" y="116579"/>
                </a:cubicBezTo>
                <a:cubicBezTo>
                  <a:pt x="42392" y="121268"/>
                  <a:pt x="46181" y="125057"/>
                  <a:pt x="50871" y="125057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48" name="Text 46"/>
          <p:cNvSpPr/>
          <p:nvPr/>
        </p:nvSpPr>
        <p:spPr>
          <a:xfrm>
            <a:off x="752886" y="6257090"/>
            <a:ext cx="966542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updates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26186" y="4195134"/>
            <a:ext cx="3737297" cy="2440096"/>
          </a:xfrm>
          <a:custGeom>
            <a:avLst/>
            <a:gdLst/>
            <a:ahLst/>
            <a:cxnLst/>
            <a:rect l="l" t="t" r="r" b="b"/>
            <a:pathLst>
              <a:path w="3737297" h="2440096">
                <a:moveTo>
                  <a:pt x="135645" y="0"/>
                </a:moveTo>
                <a:lnTo>
                  <a:pt x="3601652" y="0"/>
                </a:lnTo>
                <a:cubicBezTo>
                  <a:pt x="3676567" y="0"/>
                  <a:pt x="3737297" y="60730"/>
                  <a:pt x="3737297" y="135645"/>
                </a:cubicBezTo>
                <a:lnTo>
                  <a:pt x="3737297" y="2304451"/>
                </a:lnTo>
                <a:cubicBezTo>
                  <a:pt x="3737297" y="2379365"/>
                  <a:pt x="3676567" y="2440096"/>
                  <a:pt x="3601652" y="2440096"/>
                </a:cubicBezTo>
                <a:lnTo>
                  <a:pt x="135645" y="2440096"/>
                </a:lnTo>
                <a:cubicBezTo>
                  <a:pt x="60780" y="2440096"/>
                  <a:pt x="0" y="2379315"/>
                  <a:pt x="0" y="2304451"/>
                </a:cubicBezTo>
                <a:lnTo>
                  <a:pt x="0" y="135645"/>
                </a:lnTo>
                <a:cubicBezTo>
                  <a:pt x="0" y="60780"/>
                  <a:pt x="60780" y="0"/>
                  <a:pt x="135645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5000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02537" y="4371484"/>
            <a:ext cx="464619" cy="464619"/>
          </a:xfrm>
          <a:custGeom>
            <a:avLst/>
            <a:gdLst/>
            <a:ahLst/>
            <a:cxnLst/>
            <a:rect l="l" t="t" r="r" b="b"/>
            <a:pathLst>
              <a:path w="464619" h="464619">
                <a:moveTo>
                  <a:pt x="101742" y="0"/>
                </a:moveTo>
                <a:lnTo>
                  <a:pt x="362876" y="0"/>
                </a:lnTo>
                <a:cubicBezTo>
                  <a:pt x="419067" y="0"/>
                  <a:pt x="464619" y="45552"/>
                  <a:pt x="464619" y="101742"/>
                </a:cubicBezTo>
                <a:lnTo>
                  <a:pt x="464619" y="362876"/>
                </a:lnTo>
                <a:cubicBezTo>
                  <a:pt x="464619" y="419067"/>
                  <a:pt x="419067" y="464619"/>
                  <a:pt x="362876" y="464619"/>
                </a:cubicBezTo>
                <a:lnTo>
                  <a:pt x="101742" y="464619"/>
                </a:lnTo>
                <a:cubicBezTo>
                  <a:pt x="45552" y="464619"/>
                  <a:pt x="0" y="419067"/>
                  <a:pt x="0" y="362876"/>
                </a:cubicBezTo>
                <a:lnTo>
                  <a:pt x="0" y="101742"/>
                </a:lnTo>
                <a:cubicBezTo>
                  <a:pt x="0" y="45589"/>
                  <a:pt x="45589" y="0"/>
                  <a:pt x="101742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09365" y="4503748"/>
            <a:ext cx="254353" cy="203483"/>
          </a:xfrm>
          <a:custGeom>
            <a:avLst/>
            <a:gdLst/>
            <a:ahLst/>
            <a:cxnLst/>
            <a:rect l="l" t="t" r="r" b="b"/>
            <a:pathLst>
              <a:path w="254353" h="203483">
                <a:moveTo>
                  <a:pt x="228918" y="19076"/>
                </a:moveTo>
                <a:cubicBezTo>
                  <a:pt x="228918" y="14665"/>
                  <a:pt x="226653" y="10572"/>
                  <a:pt x="222877" y="8266"/>
                </a:cubicBezTo>
                <a:cubicBezTo>
                  <a:pt x="219101" y="5961"/>
                  <a:pt x="214452" y="5723"/>
                  <a:pt x="210517" y="7710"/>
                </a:cubicBezTo>
                <a:lnTo>
                  <a:pt x="164336" y="30801"/>
                </a:lnTo>
                <a:lnTo>
                  <a:pt x="93038" y="6995"/>
                </a:lnTo>
                <a:cubicBezTo>
                  <a:pt x="89818" y="5922"/>
                  <a:pt x="86361" y="6160"/>
                  <a:pt x="83340" y="7670"/>
                </a:cubicBezTo>
                <a:lnTo>
                  <a:pt x="32470" y="33106"/>
                </a:lnTo>
                <a:cubicBezTo>
                  <a:pt x="28138" y="35292"/>
                  <a:pt x="25435" y="39703"/>
                  <a:pt x="25435" y="44512"/>
                </a:cubicBezTo>
                <a:lnTo>
                  <a:pt x="25435" y="184406"/>
                </a:lnTo>
                <a:cubicBezTo>
                  <a:pt x="25435" y="188818"/>
                  <a:pt x="27701" y="192911"/>
                  <a:pt x="31476" y="195216"/>
                </a:cubicBezTo>
                <a:cubicBezTo>
                  <a:pt x="35252" y="197521"/>
                  <a:pt x="39902" y="197760"/>
                  <a:pt x="43836" y="195773"/>
                </a:cubicBezTo>
                <a:lnTo>
                  <a:pt x="89977" y="172682"/>
                </a:lnTo>
                <a:lnTo>
                  <a:pt x="158852" y="195653"/>
                </a:lnTo>
                <a:cubicBezTo>
                  <a:pt x="157143" y="193110"/>
                  <a:pt x="155473" y="190447"/>
                  <a:pt x="153844" y="187745"/>
                </a:cubicBezTo>
                <a:cubicBezTo>
                  <a:pt x="149472" y="180472"/>
                  <a:pt x="145140" y="172126"/>
                  <a:pt x="141921" y="163184"/>
                </a:cubicBezTo>
                <a:lnTo>
                  <a:pt x="101702" y="149790"/>
                </a:lnTo>
                <a:lnTo>
                  <a:pt x="101702" y="36722"/>
                </a:lnTo>
                <a:lnTo>
                  <a:pt x="152572" y="53692"/>
                </a:lnTo>
                <a:lnTo>
                  <a:pt x="152572" y="93157"/>
                </a:lnTo>
                <a:cubicBezTo>
                  <a:pt x="164892" y="78929"/>
                  <a:pt x="183174" y="69947"/>
                  <a:pt x="203443" y="69947"/>
                </a:cubicBezTo>
                <a:cubicBezTo>
                  <a:pt x="212425" y="69947"/>
                  <a:pt x="221009" y="71696"/>
                  <a:pt x="228878" y="74915"/>
                </a:cubicBezTo>
                <a:lnTo>
                  <a:pt x="228918" y="19076"/>
                </a:lnTo>
                <a:close/>
                <a:moveTo>
                  <a:pt x="203483" y="89024"/>
                </a:moveTo>
                <a:cubicBezTo>
                  <a:pt x="177133" y="89024"/>
                  <a:pt x="155791" y="110008"/>
                  <a:pt x="155791" y="135880"/>
                </a:cubicBezTo>
                <a:cubicBezTo>
                  <a:pt x="155791" y="163263"/>
                  <a:pt x="181266" y="195653"/>
                  <a:pt x="194978" y="211113"/>
                </a:cubicBezTo>
                <a:cubicBezTo>
                  <a:pt x="199588" y="216280"/>
                  <a:pt x="207417" y="216280"/>
                  <a:pt x="212027" y="211113"/>
                </a:cubicBezTo>
                <a:cubicBezTo>
                  <a:pt x="225739" y="195653"/>
                  <a:pt x="251214" y="163263"/>
                  <a:pt x="251214" y="135880"/>
                </a:cubicBezTo>
                <a:cubicBezTo>
                  <a:pt x="251214" y="110008"/>
                  <a:pt x="229872" y="89024"/>
                  <a:pt x="203522" y="89024"/>
                </a:cubicBezTo>
                <a:close/>
                <a:moveTo>
                  <a:pt x="187586" y="136715"/>
                </a:moveTo>
                <a:cubicBezTo>
                  <a:pt x="187586" y="127941"/>
                  <a:pt x="194709" y="120818"/>
                  <a:pt x="203483" y="120818"/>
                </a:cubicBezTo>
                <a:cubicBezTo>
                  <a:pt x="212256" y="120818"/>
                  <a:pt x="219380" y="127941"/>
                  <a:pt x="219380" y="136715"/>
                </a:cubicBezTo>
                <a:cubicBezTo>
                  <a:pt x="219380" y="145489"/>
                  <a:pt x="212256" y="152612"/>
                  <a:pt x="203483" y="152612"/>
                </a:cubicBezTo>
                <a:cubicBezTo>
                  <a:pt x="194709" y="152612"/>
                  <a:pt x="187586" y="145489"/>
                  <a:pt x="187586" y="13671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2" name="Shape 50"/>
          <p:cNvSpPr/>
          <p:nvPr/>
        </p:nvSpPr>
        <p:spPr>
          <a:xfrm>
            <a:off x="7523240" y="4469834"/>
            <a:ext cx="271310" cy="271310"/>
          </a:xfrm>
          <a:custGeom>
            <a:avLst/>
            <a:gdLst/>
            <a:ahLst/>
            <a:cxnLst/>
            <a:rect l="l" t="t" r="r" b="b"/>
            <a:pathLst>
              <a:path w="271310" h="271310">
                <a:moveTo>
                  <a:pt x="135655" y="0"/>
                </a:moveTo>
                <a:lnTo>
                  <a:pt x="135655" y="0"/>
                </a:lnTo>
                <a:cubicBezTo>
                  <a:pt x="210575" y="0"/>
                  <a:pt x="271310" y="60735"/>
                  <a:pt x="271310" y="135655"/>
                </a:cubicBezTo>
                <a:lnTo>
                  <a:pt x="271310" y="135655"/>
                </a:lnTo>
                <a:cubicBezTo>
                  <a:pt x="271310" y="210575"/>
                  <a:pt x="210575" y="271310"/>
                  <a:pt x="135655" y="271310"/>
                </a:cubicBezTo>
                <a:lnTo>
                  <a:pt x="135655" y="271310"/>
                </a:lnTo>
                <a:cubicBezTo>
                  <a:pt x="60735" y="271310"/>
                  <a:pt x="0" y="210575"/>
                  <a:pt x="0" y="135655"/>
                </a:cubicBezTo>
                <a:lnTo>
                  <a:pt x="0" y="135655"/>
                </a:lnTo>
                <a:cubicBezTo>
                  <a:pt x="0" y="60735"/>
                  <a:pt x="60735" y="0"/>
                  <a:pt x="13565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588418" y="4520705"/>
            <a:ext cx="203483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399146" y="4978541"/>
            <a:ext cx="3476161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Issue Map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399146" y="5317679"/>
            <a:ext cx="3459204" cy="661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map displays all reported issues in the city. Citizens can view nearby problems, track resolution progress, and avoid problematic routes.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399146" y="6118044"/>
            <a:ext cx="3391377" cy="6783"/>
          </a:xfrm>
          <a:custGeom>
            <a:avLst/>
            <a:gdLst/>
            <a:ahLst/>
            <a:cxnLst/>
            <a:rect l="l" t="t" r="r" b="b"/>
            <a:pathLst>
              <a:path w="3391377" h="6783">
                <a:moveTo>
                  <a:pt x="0" y="0"/>
                </a:moveTo>
                <a:lnTo>
                  <a:pt x="3391377" y="0"/>
                </a:lnTo>
                <a:lnTo>
                  <a:pt x="3391377" y="6783"/>
                </a:lnTo>
                <a:lnTo>
                  <a:pt x="0" y="6783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57" name="Shape 55"/>
          <p:cNvSpPr/>
          <p:nvPr/>
        </p:nvSpPr>
        <p:spPr>
          <a:xfrm>
            <a:off x="4407624" y="6291004"/>
            <a:ext cx="152612" cy="135655"/>
          </a:xfrm>
          <a:custGeom>
            <a:avLst/>
            <a:gdLst/>
            <a:ahLst/>
            <a:cxnLst/>
            <a:rect l="l" t="t" r="r" b="b"/>
            <a:pathLst>
              <a:path w="152612" h="135655">
                <a:moveTo>
                  <a:pt x="76306" y="8478"/>
                </a:moveTo>
                <a:cubicBezTo>
                  <a:pt x="54898" y="8478"/>
                  <a:pt x="37756" y="18229"/>
                  <a:pt x="25276" y="29834"/>
                </a:cubicBezTo>
                <a:cubicBezTo>
                  <a:pt x="12877" y="41359"/>
                  <a:pt x="4584" y="55110"/>
                  <a:pt x="636" y="64569"/>
                </a:cubicBezTo>
                <a:cubicBezTo>
                  <a:pt x="-238" y="66662"/>
                  <a:pt x="-238" y="68993"/>
                  <a:pt x="636" y="71086"/>
                </a:cubicBezTo>
                <a:cubicBezTo>
                  <a:pt x="4584" y="80545"/>
                  <a:pt x="12877" y="94323"/>
                  <a:pt x="25276" y="105822"/>
                </a:cubicBezTo>
                <a:cubicBezTo>
                  <a:pt x="37756" y="117400"/>
                  <a:pt x="54898" y="127177"/>
                  <a:pt x="76306" y="127177"/>
                </a:cubicBezTo>
                <a:cubicBezTo>
                  <a:pt x="97714" y="127177"/>
                  <a:pt x="114856" y="117426"/>
                  <a:pt x="127336" y="105822"/>
                </a:cubicBezTo>
                <a:cubicBezTo>
                  <a:pt x="139735" y="94296"/>
                  <a:pt x="148028" y="80545"/>
                  <a:pt x="151976" y="71086"/>
                </a:cubicBezTo>
                <a:cubicBezTo>
                  <a:pt x="152850" y="68993"/>
                  <a:pt x="152850" y="66662"/>
                  <a:pt x="151976" y="64569"/>
                </a:cubicBezTo>
                <a:cubicBezTo>
                  <a:pt x="148028" y="55110"/>
                  <a:pt x="139735" y="41332"/>
                  <a:pt x="127336" y="29834"/>
                </a:cubicBezTo>
                <a:cubicBezTo>
                  <a:pt x="114856" y="18255"/>
                  <a:pt x="97714" y="8478"/>
                  <a:pt x="76306" y="8478"/>
                </a:cubicBezTo>
                <a:close/>
                <a:moveTo>
                  <a:pt x="38153" y="67828"/>
                </a:moveTo>
                <a:cubicBezTo>
                  <a:pt x="38153" y="46770"/>
                  <a:pt x="55249" y="29675"/>
                  <a:pt x="76306" y="29675"/>
                </a:cubicBezTo>
                <a:cubicBezTo>
                  <a:pt x="97363" y="29675"/>
                  <a:pt x="114459" y="46770"/>
                  <a:pt x="114459" y="67828"/>
                </a:cubicBezTo>
                <a:cubicBezTo>
                  <a:pt x="114459" y="88885"/>
                  <a:pt x="97363" y="105981"/>
                  <a:pt x="76306" y="105981"/>
                </a:cubicBezTo>
                <a:cubicBezTo>
                  <a:pt x="55249" y="105981"/>
                  <a:pt x="38153" y="88885"/>
                  <a:pt x="38153" y="67828"/>
                </a:cubicBezTo>
                <a:close/>
                <a:moveTo>
                  <a:pt x="76306" y="50871"/>
                </a:moveTo>
                <a:cubicBezTo>
                  <a:pt x="76306" y="60223"/>
                  <a:pt x="68702" y="67828"/>
                  <a:pt x="59349" y="67828"/>
                </a:cubicBezTo>
                <a:cubicBezTo>
                  <a:pt x="56302" y="67828"/>
                  <a:pt x="53441" y="67033"/>
                  <a:pt x="50950" y="65602"/>
                </a:cubicBezTo>
                <a:cubicBezTo>
                  <a:pt x="50685" y="68490"/>
                  <a:pt x="50924" y="71457"/>
                  <a:pt x="51718" y="74398"/>
                </a:cubicBezTo>
                <a:cubicBezTo>
                  <a:pt x="55348" y="87964"/>
                  <a:pt x="69311" y="96018"/>
                  <a:pt x="82877" y="92389"/>
                </a:cubicBezTo>
                <a:cubicBezTo>
                  <a:pt x="96442" y="88759"/>
                  <a:pt x="104497" y="74796"/>
                  <a:pt x="100867" y="61230"/>
                </a:cubicBezTo>
                <a:cubicBezTo>
                  <a:pt x="97635" y="49122"/>
                  <a:pt x="86162" y="41412"/>
                  <a:pt x="74080" y="42472"/>
                </a:cubicBezTo>
                <a:cubicBezTo>
                  <a:pt x="75485" y="44936"/>
                  <a:pt x="76306" y="47797"/>
                  <a:pt x="76306" y="50871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8" name="Text 56"/>
          <p:cNvSpPr/>
          <p:nvPr/>
        </p:nvSpPr>
        <p:spPr>
          <a:xfrm>
            <a:off x="4636542" y="6257090"/>
            <a:ext cx="1076762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transparency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109948" y="4195134"/>
            <a:ext cx="3737297" cy="2440096"/>
          </a:xfrm>
          <a:custGeom>
            <a:avLst/>
            <a:gdLst/>
            <a:ahLst/>
            <a:cxnLst/>
            <a:rect l="l" t="t" r="r" b="b"/>
            <a:pathLst>
              <a:path w="3737297" h="2440096">
                <a:moveTo>
                  <a:pt x="135645" y="0"/>
                </a:moveTo>
                <a:lnTo>
                  <a:pt x="3601652" y="0"/>
                </a:lnTo>
                <a:cubicBezTo>
                  <a:pt x="3676567" y="0"/>
                  <a:pt x="3737297" y="60730"/>
                  <a:pt x="3737297" y="135645"/>
                </a:cubicBezTo>
                <a:lnTo>
                  <a:pt x="3737297" y="2304451"/>
                </a:lnTo>
                <a:cubicBezTo>
                  <a:pt x="3737297" y="2379365"/>
                  <a:pt x="3676567" y="2440096"/>
                  <a:pt x="3601652" y="2440096"/>
                </a:cubicBezTo>
                <a:lnTo>
                  <a:pt x="135645" y="2440096"/>
                </a:lnTo>
                <a:cubicBezTo>
                  <a:pt x="60780" y="2440096"/>
                  <a:pt x="0" y="2379315"/>
                  <a:pt x="0" y="2304451"/>
                </a:cubicBezTo>
                <a:lnTo>
                  <a:pt x="0" y="135645"/>
                </a:lnTo>
                <a:cubicBezTo>
                  <a:pt x="0" y="60780"/>
                  <a:pt x="60780" y="0"/>
                  <a:pt x="135645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20000"/>
                </a:srgbClr>
              </a:gs>
              <a:gs pos="5000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86300" y="4371484"/>
            <a:ext cx="464619" cy="464619"/>
          </a:xfrm>
          <a:custGeom>
            <a:avLst/>
            <a:gdLst/>
            <a:ahLst/>
            <a:cxnLst/>
            <a:rect l="l" t="t" r="r" b="b"/>
            <a:pathLst>
              <a:path w="464619" h="464619">
                <a:moveTo>
                  <a:pt x="101742" y="0"/>
                </a:moveTo>
                <a:lnTo>
                  <a:pt x="362876" y="0"/>
                </a:lnTo>
                <a:cubicBezTo>
                  <a:pt x="419067" y="0"/>
                  <a:pt x="464619" y="45552"/>
                  <a:pt x="464619" y="101742"/>
                </a:cubicBezTo>
                <a:lnTo>
                  <a:pt x="464619" y="362876"/>
                </a:lnTo>
                <a:cubicBezTo>
                  <a:pt x="464619" y="419067"/>
                  <a:pt x="419067" y="464619"/>
                  <a:pt x="362876" y="464619"/>
                </a:cubicBezTo>
                <a:lnTo>
                  <a:pt x="101742" y="464619"/>
                </a:lnTo>
                <a:cubicBezTo>
                  <a:pt x="45552" y="464619"/>
                  <a:pt x="0" y="419067"/>
                  <a:pt x="0" y="362876"/>
                </a:cubicBezTo>
                <a:lnTo>
                  <a:pt x="0" y="101742"/>
                </a:lnTo>
                <a:cubicBezTo>
                  <a:pt x="0" y="45589"/>
                  <a:pt x="45589" y="0"/>
                  <a:pt x="101742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 w="10160">
            <a:solidFill>
              <a:srgbClr val="F59E0B">
                <a:alpha val="5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18563" y="4503748"/>
            <a:ext cx="203483" cy="203483"/>
          </a:xfrm>
          <a:custGeom>
            <a:avLst/>
            <a:gdLst/>
            <a:ahLst/>
            <a:cxnLst/>
            <a:rect l="l" t="t" r="r" b="b"/>
            <a:pathLst>
              <a:path w="203483" h="203483">
                <a:moveTo>
                  <a:pt x="25435" y="25435"/>
                </a:moveTo>
                <a:cubicBezTo>
                  <a:pt x="25435" y="18401"/>
                  <a:pt x="19752" y="12718"/>
                  <a:pt x="12718" y="12718"/>
                </a:cubicBezTo>
                <a:cubicBezTo>
                  <a:pt x="5683" y="12718"/>
                  <a:pt x="0" y="18401"/>
                  <a:pt x="0" y="25435"/>
                </a:cubicBezTo>
                <a:lnTo>
                  <a:pt x="0" y="158971"/>
                </a:lnTo>
                <a:cubicBezTo>
                  <a:pt x="0" y="176537"/>
                  <a:pt x="14228" y="190765"/>
                  <a:pt x="31794" y="190765"/>
                </a:cubicBezTo>
                <a:lnTo>
                  <a:pt x="190765" y="190765"/>
                </a:lnTo>
                <a:cubicBezTo>
                  <a:pt x="197799" y="190765"/>
                  <a:pt x="203483" y="185082"/>
                  <a:pt x="203483" y="178047"/>
                </a:cubicBezTo>
                <a:cubicBezTo>
                  <a:pt x="203483" y="171013"/>
                  <a:pt x="197799" y="165330"/>
                  <a:pt x="190765" y="165330"/>
                </a:cubicBezTo>
                <a:lnTo>
                  <a:pt x="31794" y="165330"/>
                </a:lnTo>
                <a:cubicBezTo>
                  <a:pt x="28297" y="165330"/>
                  <a:pt x="25435" y="162468"/>
                  <a:pt x="25435" y="158971"/>
                </a:cubicBezTo>
                <a:lnTo>
                  <a:pt x="25435" y="25435"/>
                </a:lnTo>
                <a:close/>
                <a:moveTo>
                  <a:pt x="187029" y="59853"/>
                </a:moveTo>
                <a:cubicBezTo>
                  <a:pt x="191997" y="54885"/>
                  <a:pt x="191997" y="46817"/>
                  <a:pt x="187029" y="41849"/>
                </a:cubicBezTo>
                <a:cubicBezTo>
                  <a:pt x="182061" y="36881"/>
                  <a:pt x="173994" y="36881"/>
                  <a:pt x="169026" y="41849"/>
                </a:cubicBezTo>
                <a:lnTo>
                  <a:pt x="127177" y="83738"/>
                </a:lnTo>
                <a:lnTo>
                  <a:pt x="104364" y="60965"/>
                </a:lnTo>
                <a:cubicBezTo>
                  <a:pt x="99396" y="55997"/>
                  <a:pt x="91329" y="55997"/>
                  <a:pt x="86361" y="60965"/>
                </a:cubicBezTo>
                <a:lnTo>
                  <a:pt x="48208" y="99118"/>
                </a:lnTo>
                <a:cubicBezTo>
                  <a:pt x="43240" y="104086"/>
                  <a:pt x="43240" y="112154"/>
                  <a:pt x="48208" y="117122"/>
                </a:cubicBezTo>
                <a:cubicBezTo>
                  <a:pt x="53176" y="122090"/>
                  <a:pt x="61243" y="122090"/>
                  <a:pt x="66211" y="117122"/>
                </a:cubicBezTo>
                <a:lnTo>
                  <a:pt x="95382" y="87951"/>
                </a:lnTo>
                <a:lnTo>
                  <a:pt x="118195" y="110763"/>
                </a:lnTo>
                <a:cubicBezTo>
                  <a:pt x="123163" y="115731"/>
                  <a:pt x="131230" y="115731"/>
                  <a:pt x="136198" y="110763"/>
                </a:cubicBezTo>
                <a:lnTo>
                  <a:pt x="187069" y="59892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2" name="Shape 60"/>
          <p:cNvSpPr/>
          <p:nvPr/>
        </p:nvSpPr>
        <p:spPr>
          <a:xfrm>
            <a:off x="11407002" y="4469834"/>
            <a:ext cx="271310" cy="271310"/>
          </a:xfrm>
          <a:custGeom>
            <a:avLst/>
            <a:gdLst/>
            <a:ahLst/>
            <a:cxnLst/>
            <a:rect l="l" t="t" r="r" b="b"/>
            <a:pathLst>
              <a:path w="271310" h="271310">
                <a:moveTo>
                  <a:pt x="135655" y="0"/>
                </a:moveTo>
                <a:lnTo>
                  <a:pt x="135655" y="0"/>
                </a:lnTo>
                <a:cubicBezTo>
                  <a:pt x="210575" y="0"/>
                  <a:pt x="271310" y="60735"/>
                  <a:pt x="271310" y="135655"/>
                </a:cubicBezTo>
                <a:lnTo>
                  <a:pt x="271310" y="135655"/>
                </a:lnTo>
                <a:cubicBezTo>
                  <a:pt x="271310" y="210575"/>
                  <a:pt x="210575" y="271310"/>
                  <a:pt x="135655" y="271310"/>
                </a:cubicBezTo>
                <a:lnTo>
                  <a:pt x="135655" y="271310"/>
                </a:lnTo>
                <a:cubicBezTo>
                  <a:pt x="60735" y="271310"/>
                  <a:pt x="0" y="210575"/>
                  <a:pt x="0" y="135655"/>
                </a:cubicBezTo>
                <a:lnTo>
                  <a:pt x="0" y="135655"/>
                </a:lnTo>
                <a:cubicBezTo>
                  <a:pt x="0" y="60735"/>
                  <a:pt x="60735" y="0"/>
                  <a:pt x="135655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1471439" y="4520705"/>
            <a:ext cx="203483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282908" y="4978541"/>
            <a:ext cx="3476161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Dashboard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282908" y="5317679"/>
            <a:ext cx="3459204" cy="661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analytics for authorities—complaint trends, resolution times, hotspot identification, and department performance metrics.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82908" y="6118044"/>
            <a:ext cx="3391377" cy="6783"/>
          </a:xfrm>
          <a:custGeom>
            <a:avLst/>
            <a:gdLst/>
            <a:ahLst/>
            <a:cxnLst/>
            <a:rect l="l" t="t" r="r" b="b"/>
            <a:pathLst>
              <a:path w="3391377" h="6783">
                <a:moveTo>
                  <a:pt x="0" y="0"/>
                </a:moveTo>
                <a:lnTo>
                  <a:pt x="3391377" y="0"/>
                </a:lnTo>
                <a:lnTo>
                  <a:pt x="3391377" y="6783"/>
                </a:lnTo>
                <a:lnTo>
                  <a:pt x="0" y="6783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67" name="Shape 65"/>
          <p:cNvSpPr/>
          <p:nvPr/>
        </p:nvSpPr>
        <p:spPr>
          <a:xfrm>
            <a:off x="8308344" y="6291004"/>
            <a:ext cx="118698" cy="135655"/>
          </a:xfrm>
          <a:custGeom>
            <a:avLst/>
            <a:gdLst/>
            <a:ahLst/>
            <a:cxnLst/>
            <a:rect l="l" t="t" r="r" b="b"/>
            <a:pathLst>
              <a:path w="118698" h="135655">
                <a:moveTo>
                  <a:pt x="118698" y="54527"/>
                </a:moveTo>
                <a:cubicBezTo>
                  <a:pt x="114777" y="57124"/>
                  <a:pt x="110273" y="59217"/>
                  <a:pt x="105583" y="60886"/>
                </a:cubicBezTo>
                <a:cubicBezTo>
                  <a:pt x="93130" y="65337"/>
                  <a:pt x="76783" y="67828"/>
                  <a:pt x="59349" y="67828"/>
                </a:cubicBezTo>
                <a:cubicBezTo>
                  <a:pt x="41915" y="67828"/>
                  <a:pt x="25541" y="65311"/>
                  <a:pt x="13115" y="60886"/>
                </a:cubicBezTo>
                <a:cubicBezTo>
                  <a:pt x="8452" y="59217"/>
                  <a:pt x="3921" y="57124"/>
                  <a:pt x="0" y="54527"/>
                </a:cubicBezTo>
                <a:lnTo>
                  <a:pt x="0" y="76306"/>
                </a:lnTo>
                <a:cubicBezTo>
                  <a:pt x="0" y="88017"/>
                  <a:pt x="26575" y="97502"/>
                  <a:pt x="59349" y="97502"/>
                </a:cubicBezTo>
                <a:cubicBezTo>
                  <a:pt x="92124" y="97502"/>
                  <a:pt x="118698" y="88017"/>
                  <a:pt x="118698" y="76306"/>
                </a:cubicBezTo>
                <a:lnTo>
                  <a:pt x="118698" y="54527"/>
                </a:lnTo>
                <a:close/>
                <a:moveTo>
                  <a:pt x="118698" y="33914"/>
                </a:moveTo>
                <a:lnTo>
                  <a:pt x="118698" y="21196"/>
                </a:lnTo>
                <a:cubicBezTo>
                  <a:pt x="118698" y="9485"/>
                  <a:pt x="92124" y="0"/>
                  <a:pt x="59349" y="0"/>
                </a:cubicBezTo>
                <a:cubicBezTo>
                  <a:pt x="26575" y="0"/>
                  <a:pt x="0" y="9485"/>
                  <a:pt x="0" y="21196"/>
                </a:cubicBezTo>
                <a:lnTo>
                  <a:pt x="0" y="33914"/>
                </a:lnTo>
                <a:cubicBezTo>
                  <a:pt x="0" y="45625"/>
                  <a:pt x="26575" y="55110"/>
                  <a:pt x="59349" y="55110"/>
                </a:cubicBezTo>
                <a:cubicBezTo>
                  <a:pt x="92124" y="55110"/>
                  <a:pt x="118698" y="45625"/>
                  <a:pt x="118698" y="33914"/>
                </a:cubicBezTo>
                <a:close/>
                <a:moveTo>
                  <a:pt x="105583" y="103278"/>
                </a:moveTo>
                <a:cubicBezTo>
                  <a:pt x="93157" y="107703"/>
                  <a:pt x="76809" y="110220"/>
                  <a:pt x="59349" y="110220"/>
                </a:cubicBezTo>
                <a:cubicBezTo>
                  <a:pt x="41889" y="110220"/>
                  <a:pt x="25541" y="107703"/>
                  <a:pt x="13115" y="103278"/>
                </a:cubicBezTo>
                <a:cubicBezTo>
                  <a:pt x="8452" y="101609"/>
                  <a:pt x="3921" y="99516"/>
                  <a:pt x="0" y="96919"/>
                </a:cubicBezTo>
                <a:lnTo>
                  <a:pt x="0" y="114459"/>
                </a:lnTo>
                <a:cubicBezTo>
                  <a:pt x="0" y="126170"/>
                  <a:pt x="26575" y="135655"/>
                  <a:pt x="59349" y="135655"/>
                </a:cubicBezTo>
                <a:cubicBezTo>
                  <a:pt x="92124" y="135655"/>
                  <a:pt x="118698" y="126170"/>
                  <a:pt x="118698" y="114459"/>
                </a:cubicBezTo>
                <a:lnTo>
                  <a:pt x="118698" y="96919"/>
                </a:lnTo>
                <a:cubicBezTo>
                  <a:pt x="114777" y="99516"/>
                  <a:pt x="110273" y="101609"/>
                  <a:pt x="105583" y="103278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8" name="Text 66"/>
          <p:cNvSpPr/>
          <p:nvPr/>
        </p:nvSpPr>
        <p:spPr>
          <a:xfrm>
            <a:off x="8520305" y="6257090"/>
            <a:ext cx="1254809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insights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742" y="327742"/>
            <a:ext cx="4883355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b="1" spc="45" kern="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7742" y="524387"/>
            <a:ext cx="5022645" cy="393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97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&amp; Technology Integration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631232" y="471948"/>
            <a:ext cx="1227394" cy="301523"/>
          </a:xfrm>
          <a:custGeom>
            <a:avLst/>
            <a:gdLst/>
            <a:ahLst/>
            <a:cxnLst/>
            <a:rect l="l" t="t" r="r" b="b"/>
            <a:pathLst>
              <a:path w="1227394" h="301523">
                <a:moveTo>
                  <a:pt x="65548" y="0"/>
                </a:moveTo>
                <a:lnTo>
                  <a:pt x="1161846" y="0"/>
                </a:lnTo>
                <a:cubicBezTo>
                  <a:pt x="1198047" y="0"/>
                  <a:pt x="1227394" y="29347"/>
                  <a:pt x="1227394" y="65548"/>
                </a:cubicBezTo>
                <a:lnTo>
                  <a:pt x="1227394" y="235975"/>
                </a:lnTo>
                <a:cubicBezTo>
                  <a:pt x="1227394" y="272176"/>
                  <a:pt x="1198047" y="301523"/>
                  <a:pt x="1161846" y="301523"/>
                </a:cubicBezTo>
                <a:lnTo>
                  <a:pt x="65548" y="301523"/>
                </a:lnTo>
                <a:cubicBezTo>
                  <a:pt x="29371" y="301523"/>
                  <a:pt x="0" y="272152"/>
                  <a:pt x="0" y="235975"/>
                </a:cubicBezTo>
                <a:lnTo>
                  <a:pt x="0" y="65548"/>
                </a:lnTo>
                <a:cubicBezTo>
                  <a:pt x="0" y="29347"/>
                  <a:pt x="29347" y="0"/>
                  <a:pt x="65548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 w="1016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1993" y="557161"/>
            <a:ext cx="131097" cy="131097"/>
          </a:xfrm>
          <a:custGeom>
            <a:avLst/>
            <a:gdLst/>
            <a:ahLst/>
            <a:cxnLst/>
            <a:rect l="l" t="t" r="r" b="b"/>
            <a:pathLst>
              <a:path w="131097" h="131097">
                <a:moveTo>
                  <a:pt x="45065" y="6145"/>
                </a:moveTo>
                <a:cubicBezTo>
                  <a:pt x="45065" y="2740"/>
                  <a:pt x="42325" y="0"/>
                  <a:pt x="38919" y="0"/>
                </a:cubicBezTo>
                <a:cubicBezTo>
                  <a:pt x="35514" y="0"/>
                  <a:pt x="32774" y="2740"/>
                  <a:pt x="32774" y="6145"/>
                </a:cubicBezTo>
                <a:lnTo>
                  <a:pt x="32774" y="16387"/>
                </a:lnTo>
                <a:cubicBezTo>
                  <a:pt x="23736" y="16387"/>
                  <a:pt x="16387" y="23736"/>
                  <a:pt x="16387" y="32774"/>
                </a:cubicBezTo>
                <a:lnTo>
                  <a:pt x="6145" y="32774"/>
                </a:lnTo>
                <a:cubicBezTo>
                  <a:pt x="2740" y="32774"/>
                  <a:pt x="0" y="35514"/>
                  <a:pt x="0" y="38919"/>
                </a:cubicBezTo>
                <a:cubicBezTo>
                  <a:pt x="0" y="42325"/>
                  <a:pt x="2740" y="45065"/>
                  <a:pt x="6145" y="45065"/>
                </a:cubicBezTo>
                <a:lnTo>
                  <a:pt x="16387" y="45065"/>
                </a:lnTo>
                <a:lnTo>
                  <a:pt x="16387" y="59403"/>
                </a:lnTo>
                <a:lnTo>
                  <a:pt x="6145" y="59403"/>
                </a:lnTo>
                <a:cubicBezTo>
                  <a:pt x="2740" y="59403"/>
                  <a:pt x="0" y="62143"/>
                  <a:pt x="0" y="65548"/>
                </a:cubicBezTo>
                <a:cubicBezTo>
                  <a:pt x="0" y="68954"/>
                  <a:pt x="2740" y="71694"/>
                  <a:pt x="6145" y="71694"/>
                </a:cubicBezTo>
                <a:lnTo>
                  <a:pt x="16387" y="71694"/>
                </a:lnTo>
                <a:lnTo>
                  <a:pt x="16387" y="86032"/>
                </a:lnTo>
                <a:lnTo>
                  <a:pt x="6145" y="86032"/>
                </a:lnTo>
                <a:cubicBezTo>
                  <a:pt x="2740" y="86032"/>
                  <a:pt x="0" y="88772"/>
                  <a:pt x="0" y="92177"/>
                </a:cubicBezTo>
                <a:cubicBezTo>
                  <a:pt x="0" y="95583"/>
                  <a:pt x="2740" y="98323"/>
                  <a:pt x="6145" y="98323"/>
                </a:cubicBezTo>
                <a:lnTo>
                  <a:pt x="16387" y="98323"/>
                </a:lnTo>
                <a:cubicBezTo>
                  <a:pt x="16387" y="107361"/>
                  <a:pt x="23736" y="114710"/>
                  <a:pt x="32774" y="114710"/>
                </a:cubicBezTo>
                <a:lnTo>
                  <a:pt x="32774" y="124952"/>
                </a:lnTo>
                <a:cubicBezTo>
                  <a:pt x="32774" y="128357"/>
                  <a:pt x="35514" y="131097"/>
                  <a:pt x="38919" y="131097"/>
                </a:cubicBezTo>
                <a:cubicBezTo>
                  <a:pt x="42325" y="131097"/>
                  <a:pt x="45065" y="128357"/>
                  <a:pt x="45065" y="124952"/>
                </a:cubicBezTo>
                <a:lnTo>
                  <a:pt x="45065" y="114710"/>
                </a:lnTo>
                <a:lnTo>
                  <a:pt x="59403" y="114710"/>
                </a:lnTo>
                <a:lnTo>
                  <a:pt x="59403" y="124952"/>
                </a:lnTo>
                <a:cubicBezTo>
                  <a:pt x="59403" y="128357"/>
                  <a:pt x="62143" y="131097"/>
                  <a:pt x="65548" y="131097"/>
                </a:cubicBezTo>
                <a:cubicBezTo>
                  <a:pt x="68954" y="131097"/>
                  <a:pt x="71694" y="128357"/>
                  <a:pt x="71694" y="124952"/>
                </a:cubicBezTo>
                <a:lnTo>
                  <a:pt x="71694" y="114710"/>
                </a:lnTo>
                <a:lnTo>
                  <a:pt x="86032" y="114710"/>
                </a:lnTo>
                <a:lnTo>
                  <a:pt x="86032" y="124952"/>
                </a:lnTo>
                <a:cubicBezTo>
                  <a:pt x="86032" y="128357"/>
                  <a:pt x="88772" y="131097"/>
                  <a:pt x="92177" y="131097"/>
                </a:cubicBezTo>
                <a:cubicBezTo>
                  <a:pt x="95583" y="131097"/>
                  <a:pt x="98323" y="128357"/>
                  <a:pt x="98323" y="124952"/>
                </a:cubicBezTo>
                <a:lnTo>
                  <a:pt x="98323" y="114710"/>
                </a:lnTo>
                <a:cubicBezTo>
                  <a:pt x="107361" y="114710"/>
                  <a:pt x="114710" y="107361"/>
                  <a:pt x="114710" y="98323"/>
                </a:cubicBezTo>
                <a:lnTo>
                  <a:pt x="124952" y="98323"/>
                </a:lnTo>
                <a:cubicBezTo>
                  <a:pt x="128357" y="98323"/>
                  <a:pt x="131097" y="95583"/>
                  <a:pt x="131097" y="92177"/>
                </a:cubicBezTo>
                <a:cubicBezTo>
                  <a:pt x="131097" y="88772"/>
                  <a:pt x="128357" y="86032"/>
                  <a:pt x="124952" y="86032"/>
                </a:cubicBezTo>
                <a:lnTo>
                  <a:pt x="114710" y="86032"/>
                </a:lnTo>
                <a:lnTo>
                  <a:pt x="114710" y="71694"/>
                </a:lnTo>
                <a:lnTo>
                  <a:pt x="124952" y="71694"/>
                </a:lnTo>
                <a:cubicBezTo>
                  <a:pt x="128357" y="71694"/>
                  <a:pt x="131097" y="68954"/>
                  <a:pt x="131097" y="65548"/>
                </a:cubicBezTo>
                <a:cubicBezTo>
                  <a:pt x="131097" y="62143"/>
                  <a:pt x="128357" y="59403"/>
                  <a:pt x="124952" y="59403"/>
                </a:cubicBezTo>
                <a:lnTo>
                  <a:pt x="114710" y="59403"/>
                </a:lnTo>
                <a:lnTo>
                  <a:pt x="114710" y="45065"/>
                </a:lnTo>
                <a:lnTo>
                  <a:pt x="124952" y="45065"/>
                </a:lnTo>
                <a:cubicBezTo>
                  <a:pt x="128357" y="45065"/>
                  <a:pt x="131097" y="42325"/>
                  <a:pt x="131097" y="38919"/>
                </a:cubicBezTo>
                <a:cubicBezTo>
                  <a:pt x="131097" y="35514"/>
                  <a:pt x="128357" y="32774"/>
                  <a:pt x="124952" y="32774"/>
                </a:cubicBezTo>
                <a:lnTo>
                  <a:pt x="114710" y="32774"/>
                </a:lnTo>
                <a:cubicBezTo>
                  <a:pt x="114710" y="23736"/>
                  <a:pt x="107361" y="16387"/>
                  <a:pt x="98323" y="16387"/>
                </a:cubicBezTo>
                <a:lnTo>
                  <a:pt x="98323" y="6145"/>
                </a:lnTo>
                <a:cubicBezTo>
                  <a:pt x="98323" y="2740"/>
                  <a:pt x="95583" y="0"/>
                  <a:pt x="92177" y="0"/>
                </a:cubicBezTo>
                <a:cubicBezTo>
                  <a:pt x="88772" y="0"/>
                  <a:pt x="86032" y="2740"/>
                  <a:pt x="86032" y="6145"/>
                </a:cubicBezTo>
                <a:lnTo>
                  <a:pt x="86032" y="16387"/>
                </a:lnTo>
                <a:lnTo>
                  <a:pt x="71694" y="16387"/>
                </a:lnTo>
                <a:lnTo>
                  <a:pt x="71694" y="6145"/>
                </a:lnTo>
                <a:cubicBezTo>
                  <a:pt x="71694" y="2740"/>
                  <a:pt x="68954" y="0"/>
                  <a:pt x="65548" y="0"/>
                </a:cubicBezTo>
                <a:cubicBezTo>
                  <a:pt x="62143" y="0"/>
                  <a:pt x="59403" y="2740"/>
                  <a:pt x="59403" y="6145"/>
                </a:cubicBezTo>
                <a:lnTo>
                  <a:pt x="59403" y="16387"/>
                </a:lnTo>
                <a:lnTo>
                  <a:pt x="45065" y="16387"/>
                </a:lnTo>
                <a:lnTo>
                  <a:pt x="45065" y="6145"/>
                </a:lnTo>
                <a:close/>
                <a:moveTo>
                  <a:pt x="40968" y="32774"/>
                </a:moveTo>
                <a:lnTo>
                  <a:pt x="90129" y="32774"/>
                </a:lnTo>
                <a:cubicBezTo>
                  <a:pt x="94661" y="32774"/>
                  <a:pt x="98323" y="36436"/>
                  <a:pt x="98323" y="40968"/>
                </a:cubicBezTo>
                <a:lnTo>
                  <a:pt x="98323" y="90129"/>
                </a:lnTo>
                <a:cubicBezTo>
                  <a:pt x="98323" y="94661"/>
                  <a:pt x="94661" y="98323"/>
                  <a:pt x="90129" y="98323"/>
                </a:cubicBezTo>
                <a:lnTo>
                  <a:pt x="40968" y="98323"/>
                </a:lnTo>
                <a:cubicBezTo>
                  <a:pt x="36436" y="98323"/>
                  <a:pt x="32774" y="94661"/>
                  <a:pt x="32774" y="90129"/>
                </a:cubicBezTo>
                <a:lnTo>
                  <a:pt x="32774" y="40968"/>
                </a:lnTo>
                <a:cubicBezTo>
                  <a:pt x="32774" y="36436"/>
                  <a:pt x="36436" y="32774"/>
                  <a:pt x="40968" y="32774"/>
                </a:cubicBezTo>
                <a:close/>
                <a:moveTo>
                  <a:pt x="45065" y="45065"/>
                </a:moveTo>
                <a:lnTo>
                  <a:pt x="45065" y="86032"/>
                </a:lnTo>
                <a:lnTo>
                  <a:pt x="86032" y="86032"/>
                </a:lnTo>
                <a:lnTo>
                  <a:pt x="86032" y="45065"/>
                </a:lnTo>
                <a:lnTo>
                  <a:pt x="45065" y="45065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10995025" y="540774"/>
            <a:ext cx="786581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1019" y="1052052"/>
            <a:ext cx="3251200" cy="2833329"/>
          </a:xfrm>
          <a:custGeom>
            <a:avLst/>
            <a:gdLst/>
            <a:ahLst/>
            <a:cxnLst/>
            <a:rect l="l" t="t" r="r" b="b"/>
            <a:pathLst>
              <a:path w="3251200" h="2833329">
                <a:moveTo>
                  <a:pt x="131098" y="0"/>
                </a:moveTo>
                <a:lnTo>
                  <a:pt x="3120102" y="0"/>
                </a:lnTo>
                <a:cubicBezTo>
                  <a:pt x="3192505" y="0"/>
                  <a:pt x="3251200" y="58695"/>
                  <a:pt x="3251200" y="131098"/>
                </a:cubicBezTo>
                <a:lnTo>
                  <a:pt x="3251200" y="2702231"/>
                </a:lnTo>
                <a:cubicBezTo>
                  <a:pt x="3251200" y="2774634"/>
                  <a:pt x="3192505" y="2833329"/>
                  <a:pt x="3120102" y="2833329"/>
                </a:cubicBezTo>
                <a:lnTo>
                  <a:pt x="131098" y="2833329"/>
                </a:lnTo>
                <a:cubicBezTo>
                  <a:pt x="58695" y="2833329"/>
                  <a:pt x="0" y="2774634"/>
                  <a:pt x="0" y="2702231"/>
                </a:cubicBezTo>
                <a:lnTo>
                  <a:pt x="0" y="131098"/>
                </a:lnTo>
                <a:cubicBezTo>
                  <a:pt x="0" y="58695"/>
                  <a:pt x="58695" y="0"/>
                  <a:pt x="131098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5000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8671" y="1189704"/>
            <a:ext cx="383458" cy="383458"/>
          </a:xfrm>
          <a:custGeom>
            <a:avLst/>
            <a:gdLst/>
            <a:ahLst/>
            <a:cxnLst/>
            <a:rect l="l" t="t" r="r" b="b"/>
            <a:pathLst>
              <a:path w="383458" h="383458">
                <a:moveTo>
                  <a:pt x="98322" y="0"/>
                </a:moveTo>
                <a:lnTo>
                  <a:pt x="285136" y="0"/>
                </a:lnTo>
                <a:cubicBezTo>
                  <a:pt x="339401" y="0"/>
                  <a:pt x="383458" y="44057"/>
                  <a:pt x="383458" y="98322"/>
                </a:cubicBezTo>
                <a:lnTo>
                  <a:pt x="383458" y="285136"/>
                </a:lnTo>
                <a:cubicBezTo>
                  <a:pt x="383458" y="339438"/>
                  <a:pt x="339438" y="383458"/>
                  <a:pt x="285136" y="383458"/>
                </a:cubicBezTo>
                <a:lnTo>
                  <a:pt x="98322" y="383458"/>
                </a:lnTo>
                <a:cubicBezTo>
                  <a:pt x="44057" y="383458"/>
                  <a:pt x="0" y="339401"/>
                  <a:pt x="0" y="285136"/>
                </a:cubicBezTo>
                <a:lnTo>
                  <a:pt x="0" y="98322"/>
                </a:lnTo>
                <a:cubicBezTo>
                  <a:pt x="0" y="44057"/>
                  <a:pt x="44057" y="0"/>
                  <a:pt x="98322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9861" y="1301136"/>
            <a:ext cx="184355" cy="163871"/>
          </a:xfrm>
          <a:custGeom>
            <a:avLst/>
            <a:gdLst/>
            <a:ahLst/>
            <a:cxnLst/>
            <a:rect l="l" t="t" r="r" b="b"/>
            <a:pathLst>
              <a:path w="184355" h="163871">
                <a:moveTo>
                  <a:pt x="92177" y="10242"/>
                </a:moveTo>
                <a:cubicBezTo>
                  <a:pt x="66317" y="10242"/>
                  <a:pt x="45609" y="22020"/>
                  <a:pt x="30534" y="36039"/>
                </a:cubicBezTo>
                <a:cubicBezTo>
                  <a:pt x="15555" y="49961"/>
                  <a:pt x="5537" y="66573"/>
                  <a:pt x="768" y="77999"/>
                </a:cubicBezTo>
                <a:cubicBezTo>
                  <a:pt x="-288" y="80527"/>
                  <a:pt x="-288" y="83344"/>
                  <a:pt x="768" y="85872"/>
                </a:cubicBezTo>
                <a:cubicBezTo>
                  <a:pt x="5537" y="97298"/>
                  <a:pt x="15555" y="113942"/>
                  <a:pt x="30534" y="127832"/>
                </a:cubicBezTo>
                <a:cubicBezTo>
                  <a:pt x="45609" y="141819"/>
                  <a:pt x="66317" y="153629"/>
                  <a:pt x="92177" y="153629"/>
                </a:cubicBezTo>
                <a:cubicBezTo>
                  <a:pt x="118038" y="153629"/>
                  <a:pt x="138746" y="141851"/>
                  <a:pt x="153821" y="127832"/>
                </a:cubicBezTo>
                <a:cubicBezTo>
                  <a:pt x="168800" y="113910"/>
                  <a:pt x="178818" y="97298"/>
                  <a:pt x="183587" y="85872"/>
                </a:cubicBezTo>
                <a:cubicBezTo>
                  <a:pt x="184643" y="83344"/>
                  <a:pt x="184643" y="80527"/>
                  <a:pt x="183587" y="77999"/>
                </a:cubicBezTo>
                <a:cubicBezTo>
                  <a:pt x="178818" y="66573"/>
                  <a:pt x="168800" y="49929"/>
                  <a:pt x="153821" y="36039"/>
                </a:cubicBezTo>
                <a:cubicBezTo>
                  <a:pt x="138746" y="22052"/>
                  <a:pt x="118038" y="10242"/>
                  <a:pt x="92177" y="10242"/>
                </a:cubicBezTo>
                <a:close/>
                <a:moveTo>
                  <a:pt x="46089" y="81935"/>
                </a:moveTo>
                <a:cubicBezTo>
                  <a:pt x="46089" y="56498"/>
                  <a:pt x="66740" y="35847"/>
                  <a:pt x="92177" y="35847"/>
                </a:cubicBezTo>
                <a:cubicBezTo>
                  <a:pt x="117614" y="35847"/>
                  <a:pt x="138266" y="56498"/>
                  <a:pt x="138266" y="81935"/>
                </a:cubicBezTo>
                <a:cubicBezTo>
                  <a:pt x="138266" y="107373"/>
                  <a:pt x="117614" y="128024"/>
                  <a:pt x="92177" y="128024"/>
                </a:cubicBezTo>
                <a:cubicBezTo>
                  <a:pt x="66740" y="128024"/>
                  <a:pt x="46089" y="107373"/>
                  <a:pt x="46089" y="81935"/>
                </a:cubicBezTo>
                <a:close/>
                <a:moveTo>
                  <a:pt x="92177" y="61452"/>
                </a:moveTo>
                <a:cubicBezTo>
                  <a:pt x="92177" y="72750"/>
                  <a:pt x="82992" y="81935"/>
                  <a:pt x="71694" y="81935"/>
                </a:cubicBezTo>
                <a:cubicBezTo>
                  <a:pt x="68013" y="81935"/>
                  <a:pt x="64556" y="80975"/>
                  <a:pt x="61548" y="79247"/>
                </a:cubicBezTo>
                <a:cubicBezTo>
                  <a:pt x="61228" y="82736"/>
                  <a:pt x="61516" y="86320"/>
                  <a:pt x="62476" y="89873"/>
                </a:cubicBezTo>
                <a:cubicBezTo>
                  <a:pt x="66861" y="106260"/>
                  <a:pt x="83728" y="115990"/>
                  <a:pt x="100115" y="111605"/>
                </a:cubicBezTo>
                <a:cubicBezTo>
                  <a:pt x="116502" y="107220"/>
                  <a:pt x="126232" y="90353"/>
                  <a:pt x="121847" y="73966"/>
                </a:cubicBezTo>
                <a:cubicBezTo>
                  <a:pt x="117942" y="59339"/>
                  <a:pt x="104084" y="50025"/>
                  <a:pt x="89489" y="51306"/>
                </a:cubicBezTo>
                <a:cubicBezTo>
                  <a:pt x="91185" y="54282"/>
                  <a:pt x="92177" y="57739"/>
                  <a:pt x="92177" y="6145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57006" y="1202813"/>
            <a:ext cx="1163484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7006" y="1432233"/>
            <a:ext cx="1138903" cy="1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4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5394" y="1678041"/>
            <a:ext cx="3039806" cy="557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image recognition algorithms automatically detect and classify road defects from citizen-uploaded photos.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5394" y="2335573"/>
            <a:ext cx="2982452" cy="294968"/>
          </a:xfrm>
          <a:custGeom>
            <a:avLst/>
            <a:gdLst/>
            <a:ahLst/>
            <a:cxnLst/>
            <a:rect l="l" t="t" r="r" b="b"/>
            <a:pathLst>
              <a:path w="2982452" h="294968">
                <a:moveTo>
                  <a:pt x="65548" y="0"/>
                </a:moveTo>
                <a:lnTo>
                  <a:pt x="2916904" y="0"/>
                </a:lnTo>
                <a:cubicBezTo>
                  <a:pt x="2953105" y="0"/>
                  <a:pt x="2982452" y="29347"/>
                  <a:pt x="2982452" y="65548"/>
                </a:cubicBezTo>
                <a:lnTo>
                  <a:pt x="2982452" y="229420"/>
                </a:lnTo>
                <a:cubicBezTo>
                  <a:pt x="2982452" y="265621"/>
                  <a:pt x="2953105" y="294968"/>
                  <a:pt x="2916904" y="294968"/>
                </a:cubicBezTo>
                <a:lnTo>
                  <a:pt x="65548" y="294968"/>
                </a:lnTo>
                <a:cubicBezTo>
                  <a:pt x="29347" y="294968"/>
                  <a:pt x="0" y="265621"/>
                  <a:pt x="0" y="229420"/>
                </a:cubicBezTo>
                <a:lnTo>
                  <a:pt x="0" y="65548"/>
                </a:lnTo>
                <a:cubicBezTo>
                  <a:pt x="0" y="29347"/>
                  <a:pt x="29347" y="0"/>
                  <a:pt x="6554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7329" y="2425702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57355" y="114710"/>
                </a:moveTo>
                <a:cubicBezTo>
                  <a:pt x="89010" y="114710"/>
                  <a:pt x="114710" y="89010"/>
                  <a:pt x="114710" y="57355"/>
                </a:cubicBezTo>
                <a:cubicBezTo>
                  <a:pt x="114710" y="25700"/>
                  <a:pt x="89010" y="0"/>
                  <a:pt x="57355" y="0"/>
                </a:cubicBezTo>
                <a:cubicBezTo>
                  <a:pt x="25700" y="0"/>
                  <a:pt x="0" y="25700"/>
                  <a:pt x="0" y="57355"/>
                </a:cubicBezTo>
                <a:cubicBezTo>
                  <a:pt x="0" y="89010"/>
                  <a:pt x="25700" y="114710"/>
                  <a:pt x="57355" y="114710"/>
                </a:cubicBezTo>
                <a:close/>
                <a:moveTo>
                  <a:pt x="76264" y="47654"/>
                </a:moveTo>
                <a:lnTo>
                  <a:pt x="58341" y="76331"/>
                </a:lnTo>
                <a:cubicBezTo>
                  <a:pt x="57400" y="77832"/>
                  <a:pt x="55787" y="78773"/>
                  <a:pt x="54017" y="78863"/>
                </a:cubicBezTo>
                <a:cubicBezTo>
                  <a:pt x="52247" y="78953"/>
                  <a:pt x="50544" y="78146"/>
                  <a:pt x="49491" y="76712"/>
                </a:cubicBezTo>
                <a:lnTo>
                  <a:pt x="38737" y="62373"/>
                </a:lnTo>
                <a:cubicBezTo>
                  <a:pt x="36945" y="59999"/>
                  <a:pt x="37437" y="56638"/>
                  <a:pt x="39812" y="54846"/>
                </a:cubicBezTo>
                <a:cubicBezTo>
                  <a:pt x="42187" y="53053"/>
                  <a:pt x="45548" y="53546"/>
                  <a:pt x="47340" y="55921"/>
                </a:cubicBezTo>
                <a:lnTo>
                  <a:pt x="53389" y="63986"/>
                </a:lnTo>
                <a:lnTo>
                  <a:pt x="67145" y="41963"/>
                </a:lnTo>
                <a:cubicBezTo>
                  <a:pt x="68714" y="39454"/>
                  <a:pt x="72030" y="38670"/>
                  <a:pt x="74561" y="40260"/>
                </a:cubicBezTo>
                <a:cubicBezTo>
                  <a:pt x="77093" y="41851"/>
                  <a:pt x="77855" y="45145"/>
                  <a:pt x="76264" y="476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739877" y="2401122"/>
            <a:ext cx="1335548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Pothole detection &amp; sizing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5394" y="2696089"/>
            <a:ext cx="2982452" cy="294968"/>
          </a:xfrm>
          <a:custGeom>
            <a:avLst/>
            <a:gdLst/>
            <a:ahLst/>
            <a:cxnLst/>
            <a:rect l="l" t="t" r="r" b="b"/>
            <a:pathLst>
              <a:path w="2982452" h="294968">
                <a:moveTo>
                  <a:pt x="65548" y="0"/>
                </a:moveTo>
                <a:lnTo>
                  <a:pt x="2916904" y="0"/>
                </a:lnTo>
                <a:cubicBezTo>
                  <a:pt x="2953105" y="0"/>
                  <a:pt x="2982452" y="29347"/>
                  <a:pt x="2982452" y="65548"/>
                </a:cubicBezTo>
                <a:lnTo>
                  <a:pt x="2982452" y="229420"/>
                </a:lnTo>
                <a:cubicBezTo>
                  <a:pt x="2982452" y="265621"/>
                  <a:pt x="2953105" y="294968"/>
                  <a:pt x="2916904" y="294968"/>
                </a:cubicBezTo>
                <a:lnTo>
                  <a:pt x="65548" y="294968"/>
                </a:lnTo>
                <a:cubicBezTo>
                  <a:pt x="29347" y="294968"/>
                  <a:pt x="0" y="265621"/>
                  <a:pt x="0" y="229420"/>
                </a:cubicBezTo>
                <a:lnTo>
                  <a:pt x="0" y="65548"/>
                </a:lnTo>
                <a:cubicBezTo>
                  <a:pt x="0" y="29347"/>
                  <a:pt x="29347" y="0"/>
                  <a:pt x="6554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47329" y="2786219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57355" y="114710"/>
                </a:moveTo>
                <a:cubicBezTo>
                  <a:pt x="89010" y="114710"/>
                  <a:pt x="114710" y="89010"/>
                  <a:pt x="114710" y="57355"/>
                </a:cubicBezTo>
                <a:cubicBezTo>
                  <a:pt x="114710" y="25700"/>
                  <a:pt x="89010" y="0"/>
                  <a:pt x="57355" y="0"/>
                </a:cubicBezTo>
                <a:cubicBezTo>
                  <a:pt x="25700" y="0"/>
                  <a:pt x="0" y="25700"/>
                  <a:pt x="0" y="57355"/>
                </a:cubicBezTo>
                <a:cubicBezTo>
                  <a:pt x="0" y="89010"/>
                  <a:pt x="25700" y="114710"/>
                  <a:pt x="57355" y="114710"/>
                </a:cubicBezTo>
                <a:close/>
                <a:moveTo>
                  <a:pt x="76264" y="47654"/>
                </a:moveTo>
                <a:lnTo>
                  <a:pt x="58341" y="76331"/>
                </a:lnTo>
                <a:cubicBezTo>
                  <a:pt x="57400" y="77832"/>
                  <a:pt x="55787" y="78773"/>
                  <a:pt x="54017" y="78863"/>
                </a:cubicBezTo>
                <a:cubicBezTo>
                  <a:pt x="52247" y="78953"/>
                  <a:pt x="50544" y="78146"/>
                  <a:pt x="49491" y="76712"/>
                </a:cubicBezTo>
                <a:lnTo>
                  <a:pt x="38737" y="62373"/>
                </a:lnTo>
                <a:cubicBezTo>
                  <a:pt x="36945" y="59999"/>
                  <a:pt x="37437" y="56638"/>
                  <a:pt x="39812" y="54846"/>
                </a:cubicBezTo>
                <a:cubicBezTo>
                  <a:pt x="42187" y="53053"/>
                  <a:pt x="45548" y="53546"/>
                  <a:pt x="47340" y="55921"/>
                </a:cubicBezTo>
                <a:lnTo>
                  <a:pt x="53389" y="63986"/>
                </a:lnTo>
                <a:lnTo>
                  <a:pt x="67145" y="41963"/>
                </a:lnTo>
                <a:cubicBezTo>
                  <a:pt x="68714" y="39454"/>
                  <a:pt x="72030" y="38670"/>
                  <a:pt x="74561" y="40260"/>
                </a:cubicBezTo>
                <a:cubicBezTo>
                  <a:pt x="77093" y="41851"/>
                  <a:pt x="77855" y="45145"/>
                  <a:pt x="76264" y="476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739877" y="2761638"/>
            <a:ext cx="1007806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Crack identification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5394" y="3056606"/>
            <a:ext cx="2982452" cy="294968"/>
          </a:xfrm>
          <a:custGeom>
            <a:avLst/>
            <a:gdLst/>
            <a:ahLst/>
            <a:cxnLst/>
            <a:rect l="l" t="t" r="r" b="b"/>
            <a:pathLst>
              <a:path w="2982452" h="294968">
                <a:moveTo>
                  <a:pt x="65548" y="0"/>
                </a:moveTo>
                <a:lnTo>
                  <a:pt x="2916904" y="0"/>
                </a:lnTo>
                <a:cubicBezTo>
                  <a:pt x="2953105" y="0"/>
                  <a:pt x="2982452" y="29347"/>
                  <a:pt x="2982452" y="65548"/>
                </a:cubicBezTo>
                <a:lnTo>
                  <a:pt x="2982452" y="229420"/>
                </a:lnTo>
                <a:cubicBezTo>
                  <a:pt x="2982452" y="265621"/>
                  <a:pt x="2953105" y="294968"/>
                  <a:pt x="2916904" y="294968"/>
                </a:cubicBezTo>
                <a:lnTo>
                  <a:pt x="65548" y="294968"/>
                </a:lnTo>
                <a:cubicBezTo>
                  <a:pt x="29347" y="294968"/>
                  <a:pt x="0" y="265621"/>
                  <a:pt x="0" y="229420"/>
                </a:cubicBezTo>
                <a:lnTo>
                  <a:pt x="0" y="65548"/>
                </a:lnTo>
                <a:cubicBezTo>
                  <a:pt x="0" y="29347"/>
                  <a:pt x="29347" y="0"/>
                  <a:pt x="6554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47329" y="3146735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57355" y="114710"/>
                </a:moveTo>
                <a:cubicBezTo>
                  <a:pt x="89010" y="114710"/>
                  <a:pt x="114710" y="89010"/>
                  <a:pt x="114710" y="57355"/>
                </a:cubicBezTo>
                <a:cubicBezTo>
                  <a:pt x="114710" y="25700"/>
                  <a:pt x="89010" y="0"/>
                  <a:pt x="57355" y="0"/>
                </a:cubicBezTo>
                <a:cubicBezTo>
                  <a:pt x="25700" y="0"/>
                  <a:pt x="0" y="25700"/>
                  <a:pt x="0" y="57355"/>
                </a:cubicBezTo>
                <a:cubicBezTo>
                  <a:pt x="0" y="89010"/>
                  <a:pt x="25700" y="114710"/>
                  <a:pt x="57355" y="114710"/>
                </a:cubicBezTo>
                <a:close/>
                <a:moveTo>
                  <a:pt x="76264" y="47654"/>
                </a:moveTo>
                <a:lnTo>
                  <a:pt x="58341" y="76331"/>
                </a:lnTo>
                <a:cubicBezTo>
                  <a:pt x="57400" y="77832"/>
                  <a:pt x="55787" y="78773"/>
                  <a:pt x="54017" y="78863"/>
                </a:cubicBezTo>
                <a:cubicBezTo>
                  <a:pt x="52247" y="78953"/>
                  <a:pt x="50544" y="78146"/>
                  <a:pt x="49491" y="76712"/>
                </a:cubicBezTo>
                <a:lnTo>
                  <a:pt x="38737" y="62373"/>
                </a:lnTo>
                <a:cubicBezTo>
                  <a:pt x="36945" y="59999"/>
                  <a:pt x="37437" y="56638"/>
                  <a:pt x="39812" y="54846"/>
                </a:cubicBezTo>
                <a:cubicBezTo>
                  <a:pt x="42187" y="53053"/>
                  <a:pt x="45548" y="53546"/>
                  <a:pt x="47340" y="55921"/>
                </a:cubicBezTo>
                <a:lnTo>
                  <a:pt x="53389" y="63986"/>
                </a:lnTo>
                <a:lnTo>
                  <a:pt x="67145" y="41963"/>
                </a:lnTo>
                <a:cubicBezTo>
                  <a:pt x="68714" y="39454"/>
                  <a:pt x="72030" y="38670"/>
                  <a:pt x="74561" y="40260"/>
                </a:cubicBezTo>
                <a:cubicBezTo>
                  <a:pt x="77093" y="41851"/>
                  <a:pt x="77855" y="45145"/>
                  <a:pt x="76264" y="476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739877" y="3122154"/>
            <a:ext cx="1065161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Severity assessment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5394" y="3453173"/>
            <a:ext cx="2982452" cy="6555"/>
          </a:xfrm>
          <a:custGeom>
            <a:avLst/>
            <a:gdLst/>
            <a:ahLst/>
            <a:cxnLst/>
            <a:rect l="l" t="t" r="r" b="b"/>
            <a:pathLst>
              <a:path w="2982452" h="6555">
                <a:moveTo>
                  <a:pt x="0" y="0"/>
                </a:moveTo>
                <a:lnTo>
                  <a:pt x="2982452" y="0"/>
                </a:lnTo>
                <a:lnTo>
                  <a:pt x="2982452" y="6555"/>
                </a:lnTo>
                <a:lnTo>
                  <a:pt x="0" y="655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465394" y="3571159"/>
            <a:ext cx="524387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97635" y="3554772"/>
            <a:ext cx="311355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94%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15877" y="1052052"/>
            <a:ext cx="3251200" cy="2833329"/>
          </a:xfrm>
          <a:custGeom>
            <a:avLst/>
            <a:gdLst/>
            <a:ahLst/>
            <a:cxnLst/>
            <a:rect l="l" t="t" r="r" b="b"/>
            <a:pathLst>
              <a:path w="3251200" h="2833329">
                <a:moveTo>
                  <a:pt x="131098" y="0"/>
                </a:moveTo>
                <a:lnTo>
                  <a:pt x="3120102" y="0"/>
                </a:lnTo>
                <a:cubicBezTo>
                  <a:pt x="3192505" y="0"/>
                  <a:pt x="3251200" y="58695"/>
                  <a:pt x="3251200" y="131098"/>
                </a:cubicBezTo>
                <a:lnTo>
                  <a:pt x="3251200" y="2702231"/>
                </a:lnTo>
                <a:cubicBezTo>
                  <a:pt x="3251200" y="2774634"/>
                  <a:pt x="3192505" y="2833329"/>
                  <a:pt x="3120102" y="2833329"/>
                </a:cubicBezTo>
                <a:lnTo>
                  <a:pt x="131098" y="2833329"/>
                </a:lnTo>
                <a:cubicBezTo>
                  <a:pt x="58695" y="2833329"/>
                  <a:pt x="0" y="2774634"/>
                  <a:pt x="0" y="2702231"/>
                </a:cubicBezTo>
                <a:lnTo>
                  <a:pt x="0" y="131098"/>
                </a:lnTo>
                <a:cubicBezTo>
                  <a:pt x="0" y="58695"/>
                  <a:pt x="58695" y="0"/>
                  <a:pt x="131098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>
                  <a:alpha val="20000"/>
                </a:srgbClr>
              </a:gs>
              <a:gs pos="5000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53528" y="1189704"/>
            <a:ext cx="383458" cy="383458"/>
          </a:xfrm>
          <a:custGeom>
            <a:avLst/>
            <a:gdLst/>
            <a:ahLst/>
            <a:cxnLst/>
            <a:rect l="l" t="t" r="r" b="b"/>
            <a:pathLst>
              <a:path w="383458" h="383458">
                <a:moveTo>
                  <a:pt x="98322" y="0"/>
                </a:moveTo>
                <a:lnTo>
                  <a:pt x="285136" y="0"/>
                </a:lnTo>
                <a:cubicBezTo>
                  <a:pt x="339401" y="0"/>
                  <a:pt x="383458" y="44057"/>
                  <a:pt x="383458" y="98322"/>
                </a:cubicBezTo>
                <a:lnTo>
                  <a:pt x="383458" y="285136"/>
                </a:lnTo>
                <a:cubicBezTo>
                  <a:pt x="383458" y="339438"/>
                  <a:pt x="339438" y="383458"/>
                  <a:pt x="285136" y="383458"/>
                </a:cubicBezTo>
                <a:lnTo>
                  <a:pt x="98322" y="383458"/>
                </a:lnTo>
                <a:cubicBezTo>
                  <a:pt x="44057" y="383458"/>
                  <a:pt x="0" y="339401"/>
                  <a:pt x="0" y="285136"/>
                </a:cubicBezTo>
                <a:lnTo>
                  <a:pt x="0" y="98322"/>
                </a:lnTo>
                <a:cubicBezTo>
                  <a:pt x="0" y="44057"/>
                  <a:pt x="44057" y="0"/>
                  <a:pt x="98322" y="0"/>
                </a:cubicBezTo>
                <a:close/>
              </a:path>
            </a:pathLst>
          </a:custGeom>
          <a:solidFill>
            <a:srgbClr val="22D3EE">
              <a:alpha val="30196"/>
            </a:srgbClr>
          </a:solidFill>
          <a:ln w="10160">
            <a:solidFill>
              <a:srgbClr val="22D3EE">
                <a:alpha val="5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64961" y="1301136"/>
            <a:ext cx="163871" cy="163871"/>
          </a:xfrm>
          <a:custGeom>
            <a:avLst/>
            <a:gdLst/>
            <a:ahLst/>
            <a:cxnLst/>
            <a:rect l="l" t="t" r="r" b="b"/>
            <a:pathLst>
              <a:path w="163871" h="163871">
                <a:moveTo>
                  <a:pt x="81935" y="153629"/>
                </a:moveTo>
                <a:cubicBezTo>
                  <a:pt x="127192" y="153629"/>
                  <a:pt x="163871" y="119223"/>
                  <a:pt x="163871" y="76815"/>
                </a:cubicBezTo>
                <a:cubicBezTo>
                  <a:pt x="163871" y="34407"/>
                  <a:pt x="127192" y="0"/>
                  <a:pt x="81935" y="0"/>
                </a:cubicBezTo>
                <a:cubicBezTo>
                  <a:pt x="36679" y="0"/>
                  <a:pt x="0" y="34407"/>
                  <a:pt x="0" y="76815"/>
                </a:cubicBezTo>
                <a:cubicBezTo>
                  <a:pt x="0" y="94194"/>
                  <a:pt x="6145" y="110197"/>
                  <a:pt x="16515" y="123063"/>
                </a:cubicBezTo>
                <a:lnTo>
                  <a:pt x="896" y="152605"/>
                </a:lnTo>
                <a:cubicBezTo>
                  <a:pt x="-640" y="155485"/>
                  <a:pt x="-160" y="159006"/>
                  <a:pt x="2048" y="161407"/>
                </a:cubicBezTo>
                <a:cubicBezTo>
                  <a:pt x="4257" y="163807"/>
                  <a:pt x="7745" y="164543"/>
                  <a:pt x="10722" y="163263"/>
                </a:cubicBezTo>
                <a:lnTo>
                  <a:pt x="48617" y="147036"/>
                </a:lnTo>
                <a:cubicBezTo>
                  <a:pt x="58795" y="151261"/>
                  <a:pt x="70061" y="153629"/>
                  <a:pt x="81935" y="153629"/>
                </a:cubicBezTo>
                <a:close/>
                <a:moveTo>
                  <a:pt x="40968" y="66573"/>
                </a:moveTo>
                <a:cubicBezTo>
                  <a:pt x="46620" y="66573"/>
                  <a:pt x="51210" y="71162"/>
                  <a:pt x="51210" y="76815"/>
                </a:cubicBezTo>
                <a:cubicBezTo>
                  <a:pt x="51210" y="82467"/>
                  <a:pt x="46620" y="87056"/>
                  <a:pt x="40968" y="87056"/>
                </a:cubicBezTo>
                <a:cubicBezTo>
                  <a:pt x="35315" y="87056"/>
                  <a:pt x="30726" y="82467"/>
                  <a:pt x="30726" y="76815"/>
                </a:cubicBezTo>
                <a:cubicBezTo>
                  <a:pt x="30726" y="71162"/>
                  <a:pt x="35315" y="66573"/>
                  <a:pt x="40968" y="66573"/>
                </a:cubicBezTo>
                <a:close/>
                <a:moveTo>
                  <a:pt x="81935" y="66573"/>
                </a:moveTo>
                <a:cubicBezTo>
                  <a:pt x="87588" y="66573"/>
                  <a:pt x="92177" y="71162"/>
                  <a:pt x="92177" y="76815"/>
                </a:cubicBezTo>
                <a:cubicBezTo>
                  <a:pt x="92177" y="82467"/>
                  <a:pt x="87588" y="87056"/>
                  <a:pt x="81935" y="87056"/>
                </a:cubicBezTo>
                <a:cubicBezTo>
                  <a:pt x="76283" y="87056"/>
                  <a:pt x="71694" y="82467"/>
                  <a:pt x="71694" y="76815"/>
                </a:cubicBezTo>
                <a:cubicBezTo>
                  <a:pt x="71694" y="71162"/>
                  <a:pt x="76283" y="66573"/>
                  <a:pt x="81935" y="66573"/>
                </a:cubicBezTo>
                <a:close/>
                <a:moveTo>
                  <a:pt x="112661" y="76815"/>
                </a:moveTo>
                <a:cubicBezTo>
                  <a:pt x="112661" y="71162"/>
                  <a:pt x="117251" y="66573"/>
                  <a:pt x="122903" y="66573"/>
                </a:cubicBezTo>
                <a:cubicBezTo>
                  <a:pt x="128556" y="66573"/>
                  <a:pt x="133145" y="71162"/>
                  <a:pt x="133145" y="76815"/>
                </a:cubicBezTo>
                <a:cubicBezTo>
                  <a:pt x="133145" y="82467"/>
                  <a:pt x="128556" y="87056"/>
                  <a:pt x="122903" y="87056"/>
                </a:cubicBezTo>
                <a:cubicBezTo>
                  <a:pt x="117251" y="87056"/>
                  <a:pt x="112661" y="82467"/>
                  <a:pt x="112661" y="7681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4341864" y="1202813"/>
            <a:ext cx="1106129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Processing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41864" y="1432233"/>
            <a:ext cx="1081548" cy="1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4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Analysis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50251" y="1678041"/>
            <a:ext cx="3039806" cy="557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 Processing extracts key information from complaint descriptions, categorizing issues and determining urgency.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50251" y="2335573"/>
            <a:ext cx="2982452" cy="294968"/>
          </a:xfrm>
          <a:custGeom>
            <a:avLst/>
            <a:gdLst/>
            <a:ahLst/>
            <a:cxnLst/>
            <a:rect l="l" t="t" r="r" b="b"/>
            <a:pathLst>
              <a:path w="2982452" h="294968">
                <a:moveTo>
                  <a:pt x="65548" y="0"/>
                </a:moveTo>
                <a:lnTo>
                  <a:pt x="2916904" y="0"/>
                </a:lnTo>
                <a:cubicBezTo>
                  <a:pt x="2953105" y="0"/>
                  <a:pt x="2982452" y="29347"/>
                  <a:pt x="2982452" y="65548"/>
                </a:cubicBezTo>
                <a:lnTo>
                  <a:pt x="2982452" y="229420"/>
                </a:lnTo>
                <a:cubicBezTo>
                  <a:pt x="2982452" y="265621"/>
                  <a:pt x="2953105" y="294968"/>
                  <a:pt x="2916904" y="294968"/>
                </a:cubicBezTo>
                <a:lnTo>
                  <a:pt x="65548" y="294968"/>
                </a:lnTo>
                <a:cubicBezTo>
                  <a:pt x="29347" y="294968"/>
                  <a:pt x="0" y="265621"/>
                  <a:pt x="0" y="229420"/>
                </a:cubicBezTo>
                <a:lnTo>
                  <a:pt x="0" y="65548"/>
                </a:lnTo>
                <a:cubicBezTo>
                  <a:pt x="0" y="29347"/>
                  <a:pt x="29347" y="0"/>
                  <a:pt x="6554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32186" y="2425702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57355" y="114710"/>
                </a:moveTo>
                <a:cubicBezTo>
                  <a:pt x="89010" y="114710"/>
                  <a:pt x="114710" y="89010"/>
                  <a:pt x="114710" y="57355"/>
                </a:cubicBezTo>
                <a:cubicBezTo>
                  <a:pt x="114710" y="25700"/>
                  <a:pt x="89010" y="0"/>
                  <a:pt x="57355" y="0"/>
                </a:cubicBezTo>
                <a:cubicBezTo>
                  <a:pt x="25700" y="0"/>
                  <a:pt x="0" y="25700"/>
                  <a:pt x="0" y="57355"/>
                </a:cubicBezTo>
                <a:cubicBezTo>
                  <a:pt x="0" y="89010"/>
                  <a:pt x="25700" y="114710"/>
                  <a:pt x="57355" y="114710"/>
                </a:cubicBezTo>
                <a:close/>
                <a:moveTo>
                  <a:pt x="76264" y="47654"/>
                </a:moveTo>
                <a:lnTo>
                  <a:pt x="58341" y="76331"/>
                </a:lnTo>
                <a:cubicBezTo>
                  <a:pt x="57400" y="77832"/>
                  <a:pt x="55787" y="78773"/>
                  <a:pt x="54017" y="78863"/>
                </a:cubicBezTo>
                <a:cubicBezTo>
                  <a:pt x="52247" y="78953"/>
                  <a:pt x="50544" y="78146"/>
                  <a:pt x="49491" y="76712"/>
                </a:cubicBezTo>
                <a:lnTo>
                  <a:pt x="38737" y="62373"/>
                </a:lnTo>
                <a:cubicBezTo>
                  <a:pt x="36945" y="59999"/>
                  <a:pt x="37437" y="56638"/>
                  <a:pt x="39812" y="54846"/>
                </a:cubicBezTo>
                <a:cubicBezTo>
                  <a:pt x="42187" y="53053"/>
                  <a:pt x="45548" y="53546"/>
                  <a:pt x="47340" y="55921"/>
                </a:cubicBezTo>
                <a:lnTo>
                  <a:pt x="53389" y="63986"/>
                </a:lnTo>
                <a:lnTo>
                  <a:pt x="67145" y="41963"/>
                </a:lnTo>
                <a:cubicBezTo>
                  <a:pt x="68714" y="39454"/>
                  <a:pt x="72030" y="38670"/>
                  <a:pt x="74561" y="40260"/>
                </a:cubicBezTo>
                <a:cubicBezTo>
                  <a:pt x="77093" y="41851"/>
                  <a:pt x="77855" y="45145"/>
                  <a:pt x="76264" y="476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3" name="Text 31"/>
          <p:cNvSpPr/>
          <p:nvPr/>
        </p:nvSpPr>
        <p:spPr>
          <a:xfrm>
            <a:off x="4124735" y="2401122"/>
            <a:ext cx="983226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0251" y="2696089"/>
            <a:ext cx="2982452" cy="294968"/>
          </a:xfrm>
          <a:custGeom>
            <a:avLst/>
            <a:gdLst/>
            <a:ahLst/>
            <a:cxnLst/>
            <a:rect l="l" t="t" r="r" b="b"/>
            <a:pathLst>
              <a:path w="2982452" h="294968">
                <a:moveTo>
                  <a:pt x="65548" y="0"/>
                </a:moveTo>
                <a:lnTo>
                  <a:pt x="2916904" y="0"/>
                </a:lnTo>
                <a:cubicBezTo>
                  <a:pt x="2953105" y="0"/>
                  <a:pt x="2982452" y="29347"/>
                  <a:pt x="2982452" y="65548"/>
                </a:cubicBezTo>
                <a:lnTo>
                  <a:pt x="2982452" y="229420"/>
                </a:lnTo>
                <a:cubicBezTo>
                  <a:pt x="2982452" y="265621"/>
                  <a:pt x="2953105" y="294968"/>
                  <a:pt x="2916904" y="294968"/>
                </a:cubicBezTo>
                <a:lnTo>
                  <a:pt x="65548" y="294968"/>
                </a:lnTo>
                <a:cubicBezTo>
                  <a:pt x="29347" y="294968"/>
                  <a:pt x="0" y="265621"/>
                  <a:pt x="0" y="229420"/>
                </a:cubicBezTo>
                <a:lnTo>
                  <a:pt x="0" y="65548"/>
                </a:lnTo>
                <a:cubicBezTo>
                  <a:pt x="0" y="29347"/>
                  <a:pt x="29347" y="0"/>
                  <a:pt x="6554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32186" y="2786219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57355" y="114710"/>
                </a:moveTo>
                <a:cubicBezTo>
                  <a:pt x="89010" y="114710"/>
                  <a:pt x="114710" y="89010"/>
                  <a:pt x="114710" y="57355"/>
                </a:cubicBezTo>
                <a:cubicBezTo>
                  <a:pt x="114710" y="25700"/>
                  <a:pt x="89010" y="0"/>
                  <a:pt x="57355" y="0"/>
                </a:cubicBezTo>
                <a:cubicBezTo>
                  <a:pt x="25700" y="0"/>
                  <a:pt x="0" y="25700"/>
                  <a:pt x="0" y="57355"/>
                </a:cubicBezTo>
                <a:cubicBezTo>
                  <a:pt x="0" y="89010"/>
                  <a:pt x="25700" y="114710"/>
                  <a:pt x="57355" y="114710"/>
                </a:cubicBezTo>
                <a:close/>
                <a:moveTo>
                  <a:pt x="76264" y="47654"/>
                </a:moveTo>
                <a:lnTo>
                  <a:pt x="58341" y="76331"/>
                </a:lnTo>
                <a:cubicBezTo>
                  <a:pt x="57400" y="77832"/>
                  <a:pt x="55787" y="78773"/>
                  <a:pt x="54017" y="78863"/>
                </a:cubicBezTo>
                <a:cubicBezTo>
                  <a:pt x="52247" y="78953"/>
                  <a:pt x="50544" y="78146"/>
                  <a:pt x="49491" y="76712"/>
                </a:cubicBezTo>
                <a:lnTo>
                  <a:pt x="38737" y="62373"/>
                </a:lnTo>
                <a:cubicBezTo>
                  <a:pt x="36945" y="59999"/>
                  <a:pt x="37437" y="56638"/>
                  <a:pt x="39812" y="54846"/>
                </a:cubicBezTo>
                <a:cubicBezTo>
                  <a:pt x="42187" y="53053"/>
                  <a:pt x="45548" y="53546"/>
                  <a:pt x="47340" y="55921"/>
                </a:cubicBezTo>
                <a:lnTo>
                  <a:pt x="53389" y="63986"/>
                </a:lnTo>
                <a:lnTo>
                  <a:pt x="67145" y="41963"/>
                </a:lnTo>
                <a:cubicBezTo>
                  <a:pt x="68714" y="39454"/>
                  <a:pt x="72030" y="38670"/>
                  <a:pt x="74561" y="40260"/>
                </a:cubicBezTo>
                <a:cubicBezTo>
                  <a:pt x="77093" y="41851"/>
                  <a:pt x="77855" y="45145"/>
                  <a:pt x="76264" y="476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6" name="Text 34"/>
          <p:cNvSpPr/>
          <p:nvPr/>
        </p:nvSpPr>
        <p:spPr>
          <a:xfrm>
            <a:off x="4124735" y="2761638"/>
            <a:ext cx="1040581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 extraction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50251" y="3056606"/>
            <a:ext cx="2982452" cy="294968"/>
          </a:xfrm>
          <a:custGeom>
            <a:avLst/>
            <a:gdLst/>
            <a:ahLst/>
            <a:cxnLst/>
            <a:rect l="l" t="t" r="r" b="b"/>
            <a:pathLst>
              <a:path w="2982452" h="294968">
                <a:moveTo>
                  <a:pt x="65548" y="0"/>
                </a:moveTo>
                <a:lnTo>
                  <a:pt x="2916904" y="0"/>
                </a:lnTo>
                <a:cubicBezTo>
                  <a:pt x="2953105" y="0"/>
                  <a:pt x="2982452" y="29347"/>
                  <a:pt x="2982452" y="65548"/>
                </a:cubicBezTo>
                <a:lnTo>
                  <a:pt x="2982452" y="229420"/>
                </a:lnTo>
                <a:cubicBezTo>
                  <a:pt x="2982452" y="265621"/>
                  <a:pt x="2953105" y="294968"/>
                  <a:pt x="2916904" y="294968"/>
                </a:cubicBezTo>
                <a:lnTo>
                  <a:pt x="65548" y="294968"/>
                </a:lnTo>
                <a:cubicBezTo>
                  <a:pt x="29347" y="294968"/>
                  <a:pt x="0" y="265621"/>
                  <a:pt x="0" y="229420"/>
                </a:cubicBezTo>
                <a:lnTo>
                  <a:pt x="0" y="65548"/>
                </a:lnTo>
                <a:cubicBezTo>
                  <a:pt x="0" y="29347"/>
                  <a:pt x="29347" y="0"/>
                  <a:pt x="6554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932186" y="3146735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57355" y="114710"/>
                </a:moveTo>
                <a:cubicBezTo>
                  <a:pt x="89010" y="114710"/>
                  <a:pt x="114710" y="89010"/>
                  <a:pt x="114710" y="57355"/>
                </a:cubicBezTo>
                <a:cubicBezTo>
                  <a:pt x="114710" y="25700"/>
                  <a:pt x="89010" y="0"/>
                  <a:pt x="57355" y="0"/>
                </a:cubicBezTo>
                <a:cubicBezTo>
                  <a:pt x="25700" y="0"/>
                  <a:pt x="0" y="25700"/>
                  <a:pt x="0" y="57355"/>
                </a:cubicBezTo>
                <a:cubicBezTo>
                  <a:pt x="0" y="89010"/>
                  <a:pt x="25700" y="114710"/>
                  <a:pt x="57355" y="114710"/>
                </a:cubicBezTo>
                <a:close/>
                <a:moveTo>
                  <a:pt x="76264" y="47654"/>
                </a:moveTo>
                <a:lnTo>
                  <a:pt x="58341" y="76331"/>
                </a:lnTo>
                <a:cubicBezTo>
                  <a:pt x="57400" y="77832"/>
                  <a:pt x="55787" y="78773"/>
                  <a:pt x="54017" y="78863"/>
                </a:cubicBezTo>
                <a:cubicBezTo>
                  <a:pt x="52247" y="78953"/>
                  <a:pt x="50544" y="78146"/>
                  <a:pt x="49491" y="76712"/>
                </a:cubicBezTo>
                <a:lnTo>
                  <a:pt x="38737" y="62373"/>
                </a:lnTo>
                <a:cubicBezTo>
                  <a:pt x="36945" y="59999"/>
                  <a:pt x="37437" y="56638"/>
                  <a:pt x="39812" y="54846"/>
                </a:cubicBezTo>
                <a:cubicBezTo>
                  <a:pt x="42187" y="53053"/>
                  <a:pt x="45548" y="53546"/>
                  <a:pt x="47340" y="55921"/>
                </a:cubicBezTo>
                <a:lnTo>
                  <a:pt x="53389" y="63986"/>
                </a:lnTo>
                <a:lnTo>
                  <a:pt x="67145" y="41963"/>
                </a:lnTo>
                <a:cubicBezTo>
                  <a:pt x="68714" y="39454"/>
                  <a:pt x="72030" y="38670"/>
                  <a:pt x="74561" y="40260"/>
                </a:cubicBezTo>
                <a:cubicBezTo>
                  <a:pt x="77093" y="41851"/>
                  <a:pt x="77855" y="45145"/>
                  <a:pt x="76264" y="476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9" name="Text 37"/>
          <p:cNvSpPr/>
          <p:nvPr/>
        </p:nvSpPr>
        <p:spPr>
          <a:xfrm>
            <a:off x="4124735" y="3122154"/>
            <a:ext cx="1040581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Auto-categorization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50251" y="3453173"/>
            <a:ext cx="2982452" cy="6555"/>
          </a:xfrm>
          <a:custGeom>
            <a:avLst/>
            <a:gdLst/>
            <a:ahLst/>
            <a:cxnLst/>
            <a:rect l="l" t="t" r="r" b="b"/>
            <a:pathLst>
              <a:path w="2982452" h="6555">
                <a:moveTo>
                  <a:pt x="0" y="0"/>
                </a:moveTo>
                <a:lnTo>
                  <a:pt x="2982452" y="0"/>
                </a:lnTo>
                <a:lnTo>
                  <a:pt x="2982452" y="6555"/>
                </a:lnTo>
                <a:lnTo>
                  <a:pt x="0" y="655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41" name="Text 39"/>
          <p:cNvSpPr/>
          <p:nvPr/>
        </p:nvSpPr>
        <p:spPr>
          <a:xfrm>
            <a:off x="3850251" y="3571159"/>
            <a:ext cx="589935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85296" y="3554772"/>
            <a:ext cx="409677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&lt;2 sec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31019" y="4023441"/>
            <a:ext cx="3251200" cy="2833329"/>
          </a:xfrm>
          <a:custGeom>
            <a:avLst/>
            <a:gdLst/>
            <a:ahLst/>
            <a:cxnLst/>
            <a:rect l="l" t="t" r="r" b="b"/>
            <a:pathLst>
              <a:path w="3251200" h="2833329">
                <a:moveTo>
                  <a:pt x="131098" y="0"/>
                </a:moveTo>
                <a:lnTo>
                  <a:pt x="3120102" y="0"/>
                </a:lnTo>
                <a:cubicBezTo>
                  <a:pt x="3192505" y="0"/>
                  <a:pt x="3251200" y="58695"/>
                  <a:pt x="3251200" y="131098"/>
                </a:cubicBezTo>
                <a:lnTo>
                  <a:pt x="3251200" y="2702231"/>
                </a:lnTo>
                <a:cubicBezTo>
                  <a:pt x="3251200" y="2774634"/>
                  <a:pt x="3192505" y="2833329"/>
                  <a:pt x="3120102" y="2833329"/>
                </a:cubicBezTo>
                <a:lnTo>
                  <a:pt x="131098" y="2833329"/>
                </a:lnTo>
                <a:cubicBezTo>
                  <a:pt x="58695" y="2833329"/>
                  <a:pt x="0" y="2774634"/>
                  <a:pt x="0" y="2702231"/>
                </a:cubicBezTo>
                <a:lnTo>
                  <a:pt x="0" y="131098"/>
                </a:lnTo>
                <a:cubicBezTo>
                  <a:pt x="0" y="58695"/>
                  <a:pt x="58695" y="0"/>
                  <a:pt x="131098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20000"/>
                </a:srgbClr>
              </a:gs>
              <a:gs pos="5000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8671" y="4161095"/>
            <a:ext cx="383458" cy="383458"/>
          </a:xfrm>
          <a:custGeom>
            <a:avLst/>
            <a:gdLst/>
            <a:ahLst/>
            <a:cxnLst/>
            <a:rect l="l" t="t" r="r" b="b"/>
            <a:pathLst>
              <a:path w="383458" h="383458">
                <a:moveTo>
                  <a:pt x="98322" y="0"/>
                </a:moveTo>
                <a:lnTo>
                  <a:pt x="285136" y="0"/>
                </a:lnTo>
                <a:cubicBezTo>
                  <a:pt x="339401" y="0"/>
                  <a:pt x="383458" y="44057"/>
                  <a:pt x="383458" y="98322"/>
                </a:cubicBezTo>
                <a:lnTo>
                  <a:pt x="383458" y="285136"/>
                </a:lnTo>
                <a:cubicBezTo>
                  <a:pt x="383458" y="339438"/>
                  <a:pt x="339438" y="383458"/>
                  <a:pt x="285136" y="383458"/>
                </a:cubicBezTo>
                <a:lnTo>
                  <a:pt x="98322" y="383458"/>
                </a:lnTo>
                <a:cubicBezTo>
                  <a:pt x="44057" y="383458"/>
                  <a:pt x="0" y="339401"/>
                  <a:pt x="0" y="285136"/>
                </a:cubicBezTo>
                <a:lnTo>
                  <a:pt x="0" y="98322"/>
                </a:lnTo>
                <a:cubicBezTo>
                  <a:pt x="0" y="44057"/>
                  <a:pt x="44057" y="0"/>
                  <a:pt x="98322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 w="10160">
            <a:solidFill>
              <a:srgbClr val="8B5CF6">
                <a:alpha val="5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0103" y="4272527"/>
            <a:ext cx="163871" cy="163871"/>
          </a:xfrm>
          <a:custGeom>
            <a:avLst/>
            <a:gdLst/>
            <a:ahLst/>
            <a:cxnLst/>
            <a:rect l="l" t="t" r="r" b="b"/>
            <a:pathLst>
              <a:path w="163871" h="163871">
                <a:moveTo>
                  <a:pt x="163871" y="15363"/>
                </a:moveTo>
                <a:cubicBezTo>
                  <a:pt x="163871" y="11810"/>
                  <a:pt x="162047" y="8514"/>
                  <a:pt x="159006" y="6657"/>
                </a:cubicBezTo>
                <a:cubicBezTo>
                  <a:pt x="155965" y="4801"/>
                  <a:pt x="152221" y="4609"/>
                  <a:pt x="149052" y="6209"/>
                </a:cubicBezTo>
                <a:lnTo>
                  <a:pt x="111861" y="24805"/>
                </a:lnTo>
                <a:lnTo>
                  <a:pt x="54442" y="5633"/>
                </a:lnTo>
                <a:cubicBezTo>
                  <a:pt x="51850" y="4769"/>
                  <a:pt x="49065" y="4961"/>
                  <a:pt x="46633" y="6177"/>
                </a:cubicBezTo>
                <a:lnTo>
                  <a:pt x="5665" y="26661"/>
                </a:lnTo>
                <a:cubicBezTo>
                  <a:pt x="2176" y="28421"/>
                  <a:pt x="0" y="31974"/>
                  <a:pt x="0" y="35847"/>
                </a:cubicBezTo>
                <a:lnTo>
                  <a:pt x="0" y="148508"/>
                </a:lnTo>
                <a:cubicBezTo>
                  <a:pt x="0" y="152061"/>
                  <a:pt x="1824" y="155357"/>
                  <a:pt x="4865" y="157214"/>
                </a:cubicBezTo>
                <a:cubicBezTo>
                  <a:pt x="7905" y="159070"/>
                  <a:pt x="11650" y="159262"/>
                  <a:pt x="14819" y="157662"/>
                </a:cubicBezTo>
                <a:lnTo>
                  <a:pt x="51978" y="139066"/>
                </a:lnTo>
                <a:lnTo>
                  <a:pt x="109397" y="158206"/>
                </a:lnTo>
                <a:cubicBezTo>
                  <a:pt x="111989" y="159070"/>
                  <a:pt x="114774" y="158878"/>
                  <a:pt x="117206" y="157662"/>
                </a:cubicBezTo>
                <a:lnTo>
                  <a:pt x="158174" y="137178"/>
                </a:lnTo>
                <a:cubicBezTo>
                  <a:pt x="161631" y="135450"/>
                  <a:pt x="163839" y="131897"/>
                  <a:pt x="163839" y="128024"/>
                </a:cubicBezTo>
                <a:lnTo>
                  <a:pt x="163839" y="15363"/>
                </a:lnTo>
                <a:close/>
                <a:moveTo>
                  <a:pt x="61452" y="120631"/>
                </a:moveTo>
                <a:lnTo>
                  <a:pt x="61452" y="29574"/>
                </a:lnTo>
                <a:lnTo>
                  <a:pt x="102419" y="43240"/>
                </a:lnTo>
                <a:lnTo>
                  <a:pt x="102419" y="134297"/>
                </a:lnTo>
                <a:lnTo>
                  <a:pt x="61452" y="120631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957006" y="4174205"/>
            <a:ext cx="1032387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GIS Mapping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57006" y="4403624"/>
            <a:ext cx="1007806" cy="1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4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Geospatial Intelligence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65394" y="4649431"/>
            <a:ext cx="3039806" cy="557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Information System integration enables precise location tagging, spatial analysis, and hotspot visualization.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65394" y="5306963"/>
            <a:ext cx="2982452" cy="294968"/>
          </a:xfrm>
          <a:custGeom>
            <a:avLst/>
            <a:gdLst/>
            <a:ahLst/>
            <a:cxnLst/>
            <a:rect l="l" t="t" r="r" b="b"/>
            <a:pathLst>
              <a:path w="2982452" h="294968">
                <a:moveTo>
                  <a:pt x="65548" y="0"/>
                </a:moveTo>
                <a:lnTo>
                  <a:pt x="2916904" y="0"/>
                </a:lnTo>
                <a:cubicBezTo>
                  <a:pt x="2953105" y="0"/>
                  <a:pt x="2982452" y="29347"/>
                  <a:pt x="2982452" y="65548"/>
                </a:cubicBezTo>
                <a:lnTo>
                  <a:pt x="2982452" y="229420"/>
                </a:lnTo>
                <a:cubicBezTo>
                  <a:pt x="2982452" y="265621"/>
                  <a:pt x="2953105" y="294968"/>
                  <a:pt x="2916904" y="294968"/>
                </a:cubicBezTo>
                <a:lnTo>
                  <a:pt x="65548" y="294968"/>
                </a:lnTo>
                <a:cubicBezTo>
                  <a:pt x="29347" y="294968"/>
                  <a:pt x="0" y="265621"/>
                  <a:pt x="0" y="229420"/>
                </a:cubicBezTo>
                <a:lnTo>
                  <a:pt x="0" y="65548"/>
                </a:lnTo>
                <a:cubicBezTo>
                  <a:pt x="0" y="29347"/>
                  <a:pt x="29347" y="0"/>
                  <a:pt x="6554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7329" y="5397092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57355" y="114710"/>
                </a:moveTo>
                <a:cubicBezTo>
                  <a:pt x="89010" y="114710"/>
                  <a:pt x="114710" y="89010"/>
                  <a:pt x="114710" y="57355"/>
                </a:cubicBezTo>
                <a:cubicBezTo>
                  <a:pt x="114710" y="25700"/>
                  <a:pt x="89010" y="0"/>
                  <a:pt x="57355" y="0"/>
                </a:cubicBezTo>
                <a:cubicBezTo>
                  <a:pt x="25700" y="0"/>
                  <a:pt x="0" y="25700"/>
                  <a:pt x="0" y="57355"/>
                </a:cubicBezTo>
                <a:cubicBezTo>
                  <a:pt x="0" y="89010"/>
                  <a:pt x="25700" y="114710"/>
                  <a:pt x="57355" y="114710"/>
                </a:cubicBezTo>
                <a:close/>
                <a:moveTo>
                  <a:pt x="76264" y="47654"/>
                </a:moveTo>
                <a:lnTo>
                  <a:pt x="58341" y="76331"/>
                </a:lnTo>
                <a:cubicBezTo>
                  <a:pt x="57400" y="77832"/>
                  <a:pt x="55787" y="78773"/>
                  <a:pt x="54017" y="78863"/>
                </a:cubicBezTo>
                <a:cubicBezTo>
                  <a:pt x="52247" y="78953"/>
                  <a:pt x="50544" y="78146"/>
                  <a:pt x="49491" y="76712"/>
                </a:cubicBezTo>
                <a:lnTo>
                  <a:pt x="38737" y="62373"/>
                </a:lnTo>
                <a:cubicBezTo>
                  <a:pt x="36945" y="59999"/>
                  <a:pt x="37437" y="56638"/>
                  <a:pt x="39812" y="54846"/>
                </a:cubicBezTo>
                <a:cubicBezTo>
                  <a:pt x="42187" y="53053"/>
                  <a:pt x="45548" y="53546"/>
                  <a:pt x="47340" y="55921"/>
                </a:cubicBezTo>
                <a:lnTo>
                  <a:pt x="53389" y="63986"/>
                </a:lnTo>
                <a:lnTo>
                  <a:pt x="67145" y="41963"/>
                </a:lnTo>
                <a:cubicBezTo>
                  <a:pt x="68714" y="39454"/>
                  <a:pt x="72030" y="38670"/>
                  <a:pt x="74561" y="40260"/>
                </a:cubicBezTo>
                <a:cubicBezTo>
                  <a:pt x="77093" y="41851"/>
                  <a:pt x="77855" y="45145"/>
                  <a:pt x="76264" y="476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1" name="Text 49"/>
          <p:cNvSpPr/>
          <p:nvPr/>
        </p:nvSpPr>
        <p:spPr>
          <a:xfrm>
            <a:off x="739877" y="5372511"/>
            <a:ext cx="942258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auto-capture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65394" y="5667479"/>
            <a:ext cx="2982452" cy="294968"/>
          </a:xfrm>
          <a:custGeom>
            <a:avLst/>
            <a:gdLst/>
            <a:ahLst/>
            <a:cxnLst/>
            <a:rect l="l" t="t" r="r" b="b"/>
            <a:pathLst>
              <a:path w="2982452" h="294968">
                <a:moveTo>
                  <a:pt x="65548" y="0"/>
                </a:moveTo>
                <a:lnTo>
                  <a:pt x="2916904" y="0"/>
                </a:lnTo>
                <a:cubicBezTo>
                  <a:pt x="2953105" y="0"/>
                  <a:pt x="2982452" y="29347"/>
                  <a:pt x="2982452" y="65548"/>
                </a:cubicBezTo>
                <a:lnTo>
                  <a:pt x="2982452" y="229420"/>
                </a:lnTo>
                <a:cubicBezTo>
                  <a:pt x="2982452" y="265621"/>
                  <a:pt x="2953105" y="294968"/>
                  <a:pt x="2916904" y="294968"/>
                </a:cubicBezTo>
                <a:lnTo>
                  <a:pt x="65548" y="294968"/>
                </a:lnTo>
                <a:cubicBezTo>
                  <a:pt x="29347" y="294968"/>
                  <a:pt x="0" y="265621"/>
                  <a:pt x="0" y="229420"/>
                </a:cubicBezTo>
                <a:lnTo>
                  <a:pt x="0" y="65548"/>
                </a:lnTo>
                <a:cubicBezTo>
                  <a:pt x="0" y="29347"/>
                  <a:pt x="29347" y="0"/>
                  <a:pt x="6554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47329" y="5757608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57355" y="114710"/>
                </a:moveTo>
                <a:cubicBezTo>
                  <a:pt x="89010" y="114710"/>
                  <a:pt x="114710" y="89010"/>
                  <a:pt x="114710" y="57355"/>
                </a:cubicBezTo>
                <a:cubicBezTo>
                  <a:pt x="114710" y="25700"/>
                  <a:pt x="89010" y="0"/>
                  <a:pt x="57355" y="0"/>
                </a:cubicBezTo>
                <a:cubicBezTo>
                  <a:pt x="25700" y="0"/>
                  <a:pt x="0" y="25700"/>
                  <a:pt x="0" y="57355"/>
                </a:cubicBezTo>
                <a:cubicBezTo>
                  <a:pt x="0" y="89010"/>
                  <a:pt x="25700" y="114710"/>
                  <a:pt x="57355" y="114710"/>
                </a:cubicBezTo>
                <a:close/>
                <a:moveTo>
                  <a:pt x="76264" y="47654"/>
                </a:moveTo>
                <a:lnTo>
                  <a:pt x="58341" y="76331"/>
                </a:lnTo>
                <a:cubicBezTo>
                  <a:pt x="57400" y="77832"/>
                  <a:pt x="55787" y="78773"/>
                  <a:pt x="54017" y="78863"/>
                </a:cubicBezTo>
                <a:cubicBezTo>
                  <a:pt x="52247" y="78953"/>
                  <a:pt x="50544" y="78146"/>
                  <a:pt x="49491" y="76712"/>
                </a:cubicBezTo>
                <a:lnTo>
                  <a:pt x="38737" y="62373"/>
                </a:lnTo>
                <a:cubicBezTo>
                  <a:pt x="36945" y="59999"/>
                  <a:pt x="37437" y="56638"/>
                  <a:pt x="39812" y="54846"/>
                </a:cubicBezTo>
                <a:cubicBezTo>
                  <a:pt x="42187" y="53053"/>
                  <a:pt x="45548" y="53546"/>
                  <a:pt x="47340" y="55921"/>
                </a:cubicBezTo>
                <a:lnTo>
                  <a:pt x="53389" y="63986"/>
                </a:lnTo>
                <a:lnTo>
                  <a:pt x="67145" y="41963"/>
                </a:lnTo>
                <a:cubicBezTo>
                  <a:pt x="68714" y="39454"/>
                  <a:pt x="72030" y="38670"/>
                  <a:pt x="74561" y="40260"/>
                </a:cubicBezTo>
                <a:cubicBezTo>
                  <a:pt x="77093" y="41851"/>
                  <a:pt x="77855" y="45145"/>
                  <a:pt x="76264" y="476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4" name="Text 52"/>
          <p:cNvSpPr/>
          <p:nvPr/>
        </p:nvSpPr>
        <p:spPr>
          <a:xfrm>
            <a:off x="739877" y="5733027"/>
            <a:ext cx="1097935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Ward-level mapping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65394" y="6027995"/>
            <a:ext cx="2982452" cy="294968"/>
          </a:xfrm>
          <a:custGeom>
            <a:avLst/>
            <a:gdLst/>
            <a:ahLst/>
            <a:cxnLst/>
            <a:rect l="l" t="t" r="r" b="b"/>
            <a:pathLst>
              <a:path w="2982452" h="294968">
                <a:moveTo>
                  <a:pt x="65548" y="0"/>
                </a:moveTo>
                <a:lnTo>
                  <a:pt x="2916904" y="0"/>
                </a:lnTo>
                <a:cubicBezTo>
                  <a:pt x="2953105" y="0"/>
                  <a:pt x="2982452" y="29347"/>
                  <a:pt x="2982452" y="65548"/>
                </a:cubicBezTo>
                <a:lnTo>
                  <a:pt x="2982452" y="229420"/>
                </a:lnTo>
                <a:cubicBezTo>
                  <a:pt x="2982452" y="265621"/>
                  <a:pt x="2953105" y="294968"/>
                  <a:pt x="2916904" y="294968"/>
                </a:cubicBezTo>
                <a:lnTo>
                  <a:pt x="65548" y="294968"/>
                </a:lnTo>
                <a:cubicBezTo>
                  <a:pt x="29347" y="294968"/>
                  <a:pt x="0" y="265621"/>
                  <a:pt x="0" y="229420"/>
                </a:cubicBezTo>
                <a:lnTo>
                  <a:pt x="0" y="65548"/>
                </a:lnTo>
                <a:cubicBezTo>
                  <a:pt x="0" y="29347"/>
                  <a:pt x="29347" y="0"/>
                  <a:pt x="6554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47329" y="6118124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57355" y="114710"/>
                </a:moveTo>
                <a:cubicBezTo>
                  <a:pt x="89010" y="114710"/>
                  <a:pt x="114710" y="89010"/>
                  <a:pt x="114710" y="57355"/>
                </a:cubicBezTo>
                <a:cubicBezTo>
                  <a:pt x="114710" y="25700"/>
                  <a:pt x="89010" y="0"/>
                  <a:pt x="57355" y="0"/>
                </a:cubicBezTo>
                <a:cubicBezTo>
                  <a:pt x="25700" y="0"/>
                  <a:pt x="0" y="25700"/>
                  <a:pt x="0" y="57355"/>
                </a:cubicBezTo>
                <a:cubicBezTo>
                  <a:pt x="0" y="89010"/>
                  <a:pt x="25700" y="114710"/>
                  <a:pt x="57355" y="114710"/>
                </a:cubicBezTo>
                <a:close/>
                <a:moveTo>
                  <a:pt x="76264" y="47654"/>
                </a:moveTo>
                <a:lnTo>
                  <a:pt x="58341" y="76331"/>
                </a:lnTo>
                <a:cubicBezTo>
                  <a:pt x="57400" y="77832"/>
                  <a:pt x="55787" y="78773"/>
                  <a:pt x="54017" y="78863"/>
                </a:cubicBezTo>
                <a:cubicBezTo>
                  <a:pt x="52247" y="78953"/>
                  <a:pt x="50544" y="78146"/>
                  <a:pt x="49491" y="76712"/>
                </a:cubicBezTo>
                <a:lnTo>
                  <a:pt x="38737" y="62373"/>
                </a:lnTo>
                <a:cubicBezTo>
                  <a:pt x="36945" y="59999"/>
                  <a:pt x="37437" y="56638"/>
                  <a:pt x="39812" y="54846"/>
                </a:cubicBezTo>
                <a:cubicBezTo>
                  <a:pt x="42187" y="53053"/>
                  <a:pt x="45548" y="53546"/>
                  <a:pt x="47340" y="55921"/>
                </a:cubicBezTo>
                <a:lnTo>
                  <a:pt x="53389" y="63986"/>
                </a:lnTo>
                <a:lnTo>
                  <a:pt x="67145" y="41963"/>
                </a:lnTo>
                <a:cubicBezTo>
                  <a:pt x="68714" y="39454"/>
                  <a:pt x="72030" y="38670"/>
                  <a:pt x="74561" y="40260"/>
                </a:cubicBezTo>
                <a:cubicBezTo>
                  <a:pt x="77093" y="41851"/>
                  <a:pt x="77855" y="45145"/>
                  <a:pt x="76264" y="476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7" name="Text 55"/>
          <p:cNvSpPr/>
          <p:nvPr/>
        </p:nvSpPr>
        <p:spPr>
          <a:xfrm>
            <a:off x="739877" y="6093544"/>
            <a:ext cx="983226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optimization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65394" y="6424563"/>
            <a:ext cx="2982452" cy="6555"/>
          </a:xfrm>
          <a:custGeom>
            <a:avLst/>
            <a:gdLst/>
            <a:ahLst/>
            <a:cxnLst/>
            <a:rect l="l" t="t" r="r" b="b"/>
            <a:pathLst>
              <a:path w="2982452" h="6555">
                <a:moveTo>
                  <a:pt x="0" y="0"/>
                </a:moveTo>
                <a:lnTo>
                  <a:pt x="2982452" y="0"/>
                </a:lnTo>
                <a:lnTo>
                  <a:pt x="2982452" y="6555"/>
                </a:lnTo>
                <a:lnTo>
                  <a:pt x="0" y="655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59" name="Text 57"/>
          <p:cNvSpPr/>
          <p:nvPr/>
        </p:nvSpPr>
        <p:spPr>
          <a:xfrm>
            <a:off x="465394" y="6542548"/>
            <a:ext cx="508000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197737" y="6526161"/>
            <a:ext cx="311355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±3m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715877" y="4023441"/>
            <a:ext cx="3251200" cy="2833329"/>
          </a:xfrm>
          <a:custGeom>
            <a:avLst/>
            <a:gdLst/>
            <a:ahLst/>
            <a:cxnLst/>
            <a:rect l="l" t="t" r="r" b="b"/>
            <a:pathLst>
              <a:path w="3251200" h="2833329">
                <a:moveTo>
                  <a:pt x="131098" y="0"/>
                </a:moveTo>
                <a:lnTo>
                  <a:pt x="3120102" y="0"/>
                </a:lnTo>
                <a:cubicBezTo>
                  <a:pt x="3192505" y="0"/>
                  <a:pt x="3251200" y="58695"/>
                  <a:pt x="3251200" y="131098"/>
                </a:cubicBezTo>
                <a:lnTo>
                  <a:pt x="3251200" y="2702231"/>
                </a:lnTo>
                <a:cubicBezTo>
                  <a:pt x="3251200" y="2774634"/>
                  <a:pt x="3192505" y="2833329"/>
                  <a:pt x="3120102" y="2833329"/>
                </a:cubicBezTo>
                <a:lnTo>
                  <a:pt x="131098" y="2833329"/>
                </a:lnTo>
                <a:cubicBezTo>
                  <a:pt x="58695" y="2833329"/>
                  <a:pt x="0" y="2774634"/>
                  <a:pt x="0" y="2702231"/>
                </a:cubicBezTo>
                <a:lnTo>
                  <a:pt x="0" y="131098"/>
                </a:lnTo>
                <a:cubicBezTo>
                  <a:pt x="0" y="58695"/>
                  <a:pt x="58695" y="0"/>
                  <a:pt x="131098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20000"/>
                </a:srgbClr>
              </a:gs>
              <a:gs pos="5000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853528" y="4161095"/>
            <a:ext cx="383458" cy="383458"/>
          </a:xfrm>
          <a:custGeom>
            <a:avLst/>
            <a:gdLst/>
            <a:ahLst/>
            <a:cxnLst/>
            <a:rect l="l" t="t" r="r" b="b"/>
            <a:pathLst>
              <a:path w="383458" h="383458">
                <a:moveTo>
                  <a:pt x="98322" y="0"/>
                </a:moveTo>
                <a:lnTo>
                  <a:pt x="285136" y="0"/>
                </a:lnTo>
                <a:cubicBezTo>
                  <a:pt x="339401" y="0"/>
                  <a:pt x="383458" y="44057"/>
                  <a:pt x="383458" y="98322"/>
                </a:cubicBezTo>
                <a:lnTo>
                  <a:pt x="383458" y="285136"/>
                </a:lnTo>
                <a:cubicBezTo>
                  <a:pt x="383458" y="339438"/>
                  <a:pt x="339438" y="383458"/>
                  <a:pt x="285136" y="383458"/>
                </a:cubicBezTo>
                <a:lnTo>
                  <a:pt x="98322" y="383458"/>
                </a:lnTo>
                <a:cubicBezTo>
                  <a:pt x="44057" y="383458"/>
                  <a:pt x="0" y="339401"/>
                  <a:pt x="0" y="285136"/>
                </a:cubicBezTo>
                <a:lnTo>
                  <a:pt x="0" y="98322"/>
                </a:lnTo>
                <a:cubicBezTo>
                  <a:pt x="0" y="44057"/>
                  <a:pt x="44057" y="0"/>
                  <a:pt x="98322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 w="10160">
            <a:solidFill>
              <a:srgbClr val="F59E0B">
                <a:alpha val="5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964961" y="4272527"/>
            <a:ext cx="163871" cy="163871"/>
          </a:xfrm>
          <a:custGeom>
            <a:avLst/>
            <a:gdLst/>
            <a:ahLst/>
            <a:cxnLst/>
            <a:rect l="l" t="t" r="r" b="b"/>
            <a:pathLst>
              <a:path w="163871" h="163871">
                <a:moveTo>
                  <a:pt x="38407" y="17923"/>
                </a:moveTo>
                <a:cubicBezTo>
                  <a:pt x="38407" y="8034"/>
                  <a:pt x="46441" y="0"/>
                  <a:pt x="56331" y="0"/>
                </a:cubicBezTo>
                <a:lnTo>
                  <a:pt x="64012" y="0"/>
                </a:lnTo>
                <a:cubicBezTo>
                  <a:pt x="69677" y="0"/>
                  <a:pt x="74254" y="4577"/>
                  <a:pt x="74254" y="10242"/>
                </a:cubicBezTo>
                <a:lnTo>
                  <a:pt x="74254" y="153629"/>
                </a:lnTo>
                <a:cubicBezTo>
                  <a:pt x="74254" y="159294"/>
                  <a:pt x="69677" y="163871"/>
                  <a:pt x="64012" y="163871"/>
                </a:cubicBezTo>
                <a:lnTo>
                  <a:pt x="53770" y="163871"/>
                </a:lnTo>
                <a:cubicBezTo>
                  <a:pt x="44232" y="163871"/>
                  <a:pt x="36199" y="157342"/>
                  <a:pt x="33926" y="148508"/>
                </a:cubicBezTo>
                <a:cubicBezTo>
                  <a:pt x="33702" y="148508"/>
                  <a:pt x="33510" y="148508"/>
                  <a:pt x="33286" y="148508"/>
                </a:cubicBezTo>
                <a:cubicBezTo>
                  <a:pt x="19140" y="148508"/>
                  <a:pt x="7681" y="137050"/>
                  <a:pt x="7681" y="122903"/>
                </a:cubicBezTo>
                <a:cubicBezTo>
                  <a:pt x="7681" y="117142"/>
                  <a:pt x="9602" y="111829"/>
                  <a:pt x="12802" y="107540"/>
                </a:cubicBezTo>
                <a:cubicBezTo>
                  <a:pt x="6593" y="102867"/>
                  <a:pt x="2560" y="95442"/>
                  <a:pt x="2560" y="87056"/>
                </a:cubicBezTo>
                <a:cubicBezTo>
                  <a:pt x="2560" y="77167"/>
                  <a:pt x="8194" y="68557"/>
                  <a:pt x="16387" y="64300"/>
                </a:cubicBezTo>
                <a:cubicBezTo>
                  <a:pt x="14115" y="60459"/>
                  <a:pt x="12802" y="55979"/>
                  <a:pt x="12802" y="51210"/>
                </a:cubicBezTo>
                <a:cubicBezTo>
                  <a:pt x="12802" y="37063"/>
                  <a:pt x="24261" y="25605"/>
                  <a:pt x="38407" y="25605"/>
                </a:cubicBezTo>
                <a:lnTo>
                  <a:pt x="38407" y="17923"/>
                </a:lnTo>
                <a:close/>
                <a:moveTo>
                  <a:pt x="125464" y="17923"/>
                </a:moveTo>
                <a:lnTo>
                  <a:pt x="125464" y="25605"/>
                </a:lnTo>
                <a:cubicBezTo>
                  <a:pt x="139610" y="25605"/>
                  <a:pt x="151069" y="37063"/>
                  <a:pt x="151069" y="51210"/>
                </a:cubicBezTo>
                <a:cubicBezTo>
                  <a:pt x="151069" y="56011"/>
                  <a:pt x="149756" y="60491"/>
                  <a:pt x="147484" y="64300"/>
                </a:cubicBezTo>
                <a:cubicBezTo>
                  <a:pt x="155709" y="68557"/>
                  <a:pt x="161310" y="77135"/>
                  <a:pt x="161310" y="87056"/>
                </a:cubicBezTo>
                <a:cubicBezTo>
                  <a:pt x="161310" y="95442"/>
                  <a:pt x="157278" y="102867"/>
                  <a:pt x="151069" y="107540"/>
                </a:cubicBezTo>
                <a:cubicBezTo>
                  <a:pt x="154269" y="111829"/>
                  <a:pt x="156190" y="117142"/>
                  <a:pt x="156190" y="122903"/>
                </a:cubicBezTo>
                <a:cubicBezTo>
                  <a:pt x="156190" y="137050"/>
                  <a:pt x="144731" y="148508"/>
                  <a:pt x="130585" y="148508"/>
                </a:cubicBezTo>
                <a:cubicBezTo>
                  <a:pt x="130361" y="148508"/>
                  <a:pt x="130169" y="148508"/>
                  <a:pt x="129945" y="148508"/>
                </a:cubicBezTo>
                <a:cubicBezTo>
                  <a:pt x="127672" y="157342"/>
                  <a:pt x="119639" y="163871"/>
                  <a:pt x="110101" y="163871"/>
                </a:cubicBezTo>
                <a:lnTo>
                  <a:pt x="99859" y="163871"/>
                </a:lnTo>
                <a:cubicBezTo>
                  <a:pt x="94194" y="163871"/>
                  <a:pt x="89617" y="159294"/>
                  <a:pt x="89617" y="153629"/>
                </a:cubicBezTo>
                <a:lnTo>
                  <a:pt x="89617" y="10242"/>
                </a:lnTo>
                <a:cubicBezTo>
                  <a:pt x="89617" y="4577"/>
                  <a:pt x="94194" y="0"/>
                  <a:pt x="99859" y="0"/>
                </a:cubicBezTo>
                <a:lnTo>
                  <a:pt x="107540" y="0"/>
                </a:lnTo>
                <a:cubicBezTo>
                  <a:pt x="117430" y="0"/>
                  <a:pt x="125464" y="8034"/>
                  <a:pt x="125464" y="1792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4" name="Text 62"/>
          <p:cNvSpPr/>
          <p:nvPr/>
        </p:nvSpPr>
        <p:spPr>
          <a:xfrm>
            <a:off x="4341864" y="4174205"/>
            <a:ext cx="1360129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Analytics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341864" y="4403624"/>
            <a:ext cx="1335548" cy="1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4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Forecasting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3850251" y="4649431"/>
            <a:ext cx="3039806" cy="557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models analyze historical data to predict high-risk zones and anticipate infrastructure failures before they occur.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850251" y="5306963"/>
            <a:ext cx="2982452" cy="294968"/>
          </a:xfrm>
          <a:custGeom>
            <a:avLst/>
            <a:gdLst/>
            <a:ahLst/>
            <a:cxnLst/>
            <a:rect l="l" t="t" r="r" b="b"/>
            <a:pathLst>
              <a:path w="2982452" h="294968">
                <a:moveTo>
                  <a:pt x="65548" y="0"/>
                </a:moveTo>
                <a:lnTo>
                  <a:pt x="2916904" y="0"/>
                </a:lnTo>
                <a:cubicBezTo>
                  <a:pt x="2953105" y="0"/>
                  <a:pt x="2982452" y="29347"/>
                  <a:pt x="2982452" y="65548"/>
                </a:cubicBezTo>
                <a:lnTo>
                  <a:pt x="2982452" y="229420"/>
                </a:lnTo>
                <a:cubicBezTo>
                  <a:pt x="2982452" y="265621"/>
                  <a:pt x="2953105" y="294968"/>
                  <a:pt x="2916904" y="294968"/>
                </a:cubicBezTo>
                <a:lnTo>
                  <a:pt x="65548" y="294968"/>
                </a:lnTo>
                <a:cubicBezTo>
                  <a:pt x="29347" y="294968"/>
                  <a:pt x="0" y="265621"/>
                  <a:pt x="0" y="229420"/>
                </a:cubicBezTo>
                <a:lnTo>
                  <a:pt x="0" y="65548"/>
                </a:lnTo>
                <a:cubicBezTo>
                  <a:pt x="0" y="29347"/>
                  <a:pt x="29347" y="0"/>
                  <a:pt x="6554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932186" y="5397092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57355" y="114710"/>
                </a:moveTo>
                <a:cubicBezTo>
                  <a:pt x="89010" y="114710"/>
                  <a:pt x="114710" y="89010"/>
                  <a:pt x="114710" y="57355"/>
                </a:cubicBezTo>
                <a:cubicBezTo>
                  <a:pt x="114710" y="25700"/>
                  <a:pt x="89010" y="0"/>
                  <a:pt x="57355" y="0"/>
                </a:cubicBezTo>
                <a:cubicBezTo>
                  <a:pt x="25700" y="0"/>
                  <a:pt x="0" y="25700"/>
                  <a:pt x="0" y="57355"/>
                </a:cubicBezTo>
                <a:cubicBezTo>
                  <a:pt x="0" y="89010"/>
                  <a:pt x="25700" y="114710"/>
                  <a:pt x="57355" y="114710"/>
                </a:cubicBezTo>
                <a:close/>
                <a:moveTo>
                  <a:pt x="76264" y="47654"/>
                </a:moveTo>
                <a:lnTo>
                  <a:pt x="58341" y="76331"/>
                </a:lnTo>
                <a:cubicBezTo>
                  <a:pt x="57400" y="77832"/>
                  <a:pt x="55787" y="78773"/>
                  <a:pt x="54017" y="78863"/>
                </a:cubicBezTo>
                <a:cubicBezTo>
                  <a:pt x="52247" y="78953"/>
                  <a:pt x="50544" y="78146"/>
                  <a:pt x="49491" y="76712"/>
                </a:cubicBezTo>
                <a:lnTo>
                  <a:pt x="38737" y="62373"/>
                </a:lnTo>
                <a:cubicBezTo>
                  <a:pt x="36945" y="59999"/>
                  <a:pt x="37437" y="56638"/>
                  <a:pt x="39812" y="54846"/>
                </a:cubicBezTo>
                <a:cubicBezTo>
                  <a:pt x="42187" y="53053"/>
                  <a:pt x="45548" y="53546"/>
                  <a:pt x="47340" y="55921"/>
                </a:cubicBezTo>
                <a:lnTo>
                  <a:pt x="53389" y="63986"/>
                </a:lnTo>
                <a:lnTo>
                  <a:pt x="67145" y="41963"/>
                </a:lnTo>
                <a:cubicBezTo>
                  <a:pt x="68714" y="39454"/>
                  <a:pt x="72030" y="38670"/>
                  <a:pt x="74561" y="40260"/>
                </a:cubicBezTo>
                <a:cubicBezTo>
                  <a:pt x="77093" y="41851"/>
                  <a:pt x="77855" y="45145"/>
                  <a:pt x="76264" y="476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9" name="Text 67"/>
          <p:cNvSpPr/>
          <p:nvPr/>
        </p:nvSpPr>
        <p:spPr>
          <a:xfrm>
            <a:off x="4124735" y="5372511"/>
            <a:ext cx="884903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risk zones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850251" y="5667479"/>
            <a:ext cx="2982452" cy="294968"/>
          </a:xfrm>
          <a:custGeom>
            <a:avLst/>
            <a:gdLst/>
            <a:ahLst/>
            <a:cxnLst/>
            <a:rect l="l" t="t" r="r" b="b"/>
            <a:pathLst>
              <a:path w="2982452" h="294968">
                <a:moveTo>
                  <a:pt x="65548" y="0"/>
                </a:moveTo>
                <a:lnTo>
                  <a:pt x="2916904" y="0"/>
                </a:lnTo>
                <a:cubicBezTo>
                  <a:pt x="2953105" y="0"/>
                  <a:pt x="2982452" y="29347"/>
                  <a:pt x="2982452" y="65548"/>
                </a:cubicBezTo>
                <a:lnTo>
                  <a:pt x="2982452" y="229420"/>
                </a:lnTo>
                <a:cubicBezTo>
                  <a:pt x="2982452" y="265621"/>
                  <a:pt x="2953105" y="294968"/>
                  <a:pt x="2916904" y="294968"/>
                </a:cubicBezTo>
                <a:lnTo>
                  <a:pt x="65548" y="294968"/>
                </a:lnTo>
                <a:cubicBezTo>
                  <a:pt x="29347" y="294968"/>
                  <a:pt x="0" y="265621"/>
                  <a:pt x="0" y="229420"/>
                </a:cubicBezTo>
                <a:lnTo>
                  <a:pt x="0" y="65548"/>
                </a:lnTo>
                <a:cubicBezTo>
                  <a:pt x="0" y="29347"/>
                  <a:pt x="29347" y="0"/>
                  <a:pt x="6554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932186" y="5757608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57355" y="114710"/>
                </a:moveTo>
                <a:cubicBezTo>
                  <a:pt x="89010" y="114710"/>
                  <a:pt x="114710" y="89010"/>
                  <a:pt x="114710" y="57355"/>
                </a:cubicBezTo>
                <a:cubicBezTo>
                  <a:pt x="114710" y="25700"/>
                  <a:pt x="89010" y="0"/>
                  <a:pt x="57355" y="0"/>
                </a:cubicBezTo>
                <a:cubicBezTo>
                  <a:pt x="25700" y="0"/>
                  <a:pt x="0" y="25700"/>
                  <a:pt x="0" y="57355"/>
                </a:cubicBezTo>
                <a:cubicBezTo>
                  <a:pt x="0" y="89010"/>
                  <a:pt x="25700" y="114710"/>
                  <a:pt x="57355" y="114710"/>
                </a:cubicBezTo>
                <a:close/>
                <a:moveTo>
                  <a:pt x="76264" y="47654"/>
                </a:moveTo>
                <a:lnTo>
                  <a:pt x="58341" y="76331"/>
                </a:lnTo>
                <a:cubicBezTo>
                  <a:pt x="57400" y="77832"/>
                  <a:pt x="55787" y="78773"/>
                  <a:pt x="54017" y="78863"/>
                </a:cubicBezTo>
                <a:cubicBezTo>
                  <a:pt x="52247" y="78953"/>
                  <a:pt x="50544" y="78146"/>
                  <a:pt x="49491" y="76712"/>
                </a:cubicBezTo>
                <a:lnTo>
                  <a:pt x="38737" y="62373"/>
                </a:lnTo>
                <a:cubicBezTo>
                  <a:pt x="36945" y="59999"/>
                  <a:pt x="37437" y="56638"/>
                  <a:pt x="39812" y="54846"/>
                </a:cubicBezTo>
                <a:cubicBezTo>
                  <a:pt x="42187" y="53053"/>
                  <a:pt x="45548" y="53546"/>
                  <a:pt x="47340" y="55921"/>
                </a:cubicBezTo>
                <a:lnTo>
                  <a:pt x="53389" y="63986"/>
                </a:lnTo>
                <a:lnTo>
                  <a:pt x="67145" y="41963"/>
                </a:lnTo>
                <a:cubicBezTo>
                  <a:pt x="68714" y="39454"/>
                  <a:pt x="72030" y="38670"/>
                  <a:pt x="74561" y="40260"/>
                </a:cubicBezTo>
                <a:cubicBezTo>
                  <a:pt x="77093" y="41851"/>
                  <a:pt x="77855" y="45145"/>
                  <a:pt x="76264" y="476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72" name="Text 70"/>
          <p:cNvSpPr/>
          <p:nvPr/>
        </p:nvSpPr>
        <p:spPr>
          <a:xfrm>
            <a:off x="4124735" y="5733027"/>
            <a:ext cx="1270000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Maintenance forecasting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850251" y="6027995"/>
            <a:ext cx="2982452" cy="294968"/>
          </a:xfrm>
          <a:custGeom>
            <a:avLst/>
            <a:gdLst/>
            <a:ahLst/>
            <a:cxnLst/>
            <a:rect l="l" t="t" r="r" b="b"/>
            <a:pathLst>
              <a:path w="2982452" h="294968">
                <a:moveTo>
                  <a:pt x="65548" y="0"/>
                </a:moveTo>
                <a:lnTo>
                  <a:pt x="2916904" y="0"/>
                </a:lnTo>
                <a:cubicBezTo>
                  <a:pt x="2953105" y="0"/>
                  <a:pt x="2982452" y="29347"/>
                  <a:pt x="2982452" y="65548"/>
                </a:cubicBezTo>
                <a:lnTo>
                  <a:pt x="2982452" y="229420"/>
                </a:lnTo>
                <a:cubicBezTo>
                  <a:pt x="2982452" y="265621"/>
                  <a:pt x="2953105" y="294968"/>
                  <a:pt x="2916904" y="294968"/>
                </a:cubicBezTo>
                <a:lnTo>
                  <a:pt x="65548" y="294968"/>
                </a:lnTo>
                <a:cubicBezTo>
                  <a:pt x="29347" y="294968"/>
                  <a:pt x="0" y="265621"/>
                  <a:pt x="0" y="229420"/>
                </a:cubicBezTo>
                <a:lnTo>
                  <a:pt x="0" y="65548"/>
                </a:lnTo>
                <a:cubicBezTo>
                  <a:pt x="0" y="29347"/>
                  <a:pt x="29347" y="0"/>
                  <a:pt x="6554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3932186" y="6118124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57355" y="114710"/>
                </a:moveTo>
                <a:cubicBezTo>
                  <a:pt x="89010" y="114710"/>
                  <a:pt x="114710" y="89010"/>
                  <a:pt x="114710" y="57355"/>
                </a:cubicBezTo>
                <a:cubicBezTo>
                  <a:pt x="114710" y="25700"/>
                  <a:pt x="89010" y="0"/>
                  <a:pt x="57355" y="0"/>
                </a:cubicBezTo>
                <a:cubicBezTo>
                  <a:pt x="25700" y="0"/>
                  <a:pt x="0" y="25700"/>
                  <a:pt x="0" y="57355"/>
                </a:cubicBezTo>
                <a:cubicBezTo>
                  <a:pt x="0" y="89010"/>
                  <a:pt x="25700" y="114710"/>
                  <a:pt x="57355" y="114710"/>
                </a:cubicBezTo>
                <a:close/>
                <a:moveTo>
                  <a:pt x="76264" y="47654"/>
                </a:moveTo>
                <a:lnTo>
                  <a:pt x="58341" y="76331"/>
                </a:lnTo>
                <a:cubicBezTo>
                  <a:pt x="57400" y="77832"/>
                  <a:pt x="55787" y="78773"/>
                  <a:pt x="54017" y="78863"/>
                </a:cubicBezTo>
                <a:cubicBezTo>
                  <a:pt x="52247" y="78953"/>
                  <a:pt x="50544" y="78146"/>
                  <a:pt x="49491" y="76712"/>
                </a:cubicBezTo>
                <a:lnTo>
                  <a:pt x="38737" y="62373"/>
                </a:lnTo>
                <a:cubicBezTo>
                  <a:pt x="36945" y="59999"/>
                  <a:pt x="37437" y="56638"/>
                  <a:pt x="39812" y="54846"/>
                </a:cubicBezTo>
                <a:cubicBezTo>
                  <a:pt x="42187" y="53053"/>
                  <a:pt x="45548" y="53546"/>
                  <a:pt x="47340" y="55921"/>
                </a:cubicBezTo>
                <a:lnTo>
                  <a:pt x="53389" y="63986"/>
                </a:lnTo>
                <a:lnTo>
                  <a:pt x="67145" y="41963"/>
                </a:lnTo>
                <a:cubicBezTo>
                  <a:pt x="68714" y="39454"/>
                  <a:pt x="72030" y="38670"/>
                  <a:pt x="74561" y="40260"/>
                </a:cubicBezTo>
                <a:cubicBezTo>
                  <a:pt x="77093" y="41851"/>
                  <a:pt x="77855" y="45145"/>
                  <a:pt x="76264" y="476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75" name="Text 73"/>
          <p:cNvSpPr/>
          <p:nvPr/>
        </p:nvSpPr>
        <p:spPr>
          <a:xfrm>
            <a:off x="4124735" y="6093544"/>
            <a:ext cx="1024194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allocation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3850251" y="6424563"/>
            <a:ext cx="2982452" cy="6555"/>
          </a:xfrm>
          <a:custGeom>
            <a:avLst/>
            <a:gdLst/>
            <a:ahLst/>
            <a:cxnLst/>
            <a:rect l="l" t="t" r="r" b="b"/>
            <a:pathLst>
              <a:path w="2982452" h="6555">
                <a:moveTo>
                  <a:pt x="0" y="0"/>
                </a:moveTo>
                <a:lnTo>
                  <a:pt x="2982452" y="0"/>
                </a:lnTo>
                <a:lnTo>
                  <a:pt x="2982452" y="6555"/>
                </a:lnTo>
                <a:lnTo>
                  <a:pt x="0" y="655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77" name="Text 75"/>
          <p:cNvSpPr/>
          <p:nvPr/>
        </p:nvSpPr>
        <p:spPr>
          <a:xfrm>
            <a:off x="3850251" y="6542548"/>
            <a:ext cx="557161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588433" y="6526161"/>
            <a:ext cx="303161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87%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7100836" y="1052052"/>
            <a:ext cx="4758813" cy="5807587"/>
          </a:xfrm>
          <a:custGeom>
            <a:avLst/>
            <a:gdLst/>
            <a:ahLst/>
            <a:cxnLst/>
            <a:rect l="l" t="t" r="r" b="b"/>
            <a:pathLst>
              <a:path w="4758813" h="5807587">
                <a:moveTo>
                  <a:pt x="131105" y="0"/>
                </a:moveTo>
                <a:lnTo>
                  <a:pt x="4627708" y="0"/>
                </a:lnTo>
                <a:cubicBezTo>
                  <a:pt x="4700115" y="0"/>
                  <a:pt x="4758813" y="58698"/>
                  <a:pt x="4758813" y="131105"/>
                </a:cubicBezTo>
                <a:lnTo>
                  <a:pt x="4758813" y="5676482"/>
                </a:lnTo>
                <a:cubicBezTo>
                  <a:pt x="4758813" y="5748889"/>
                  <a:pt x="4700115" y="5807587"/>
                  <a:pt x="4627708" y="5807587"/>
                </a:cubicBezTo>
                <a:lnTo>
                  <a:pt x="131105" y="5807587"/>
                </a:lnTo>
                <a:cubicBezTo>
                  <a:pt x="58698" y="5807587"/>
                  <a:pt x="0" y="5748889"/>
                  <a:pt x="0" y="5676482"/>
                </a:cubicBezTo>
                <a:lnTo>
                  <a:pt x="0" y="131105"/>
                </a:lnTo>
                <a:cubicBezTo>
                  <a:pt x="0" y="58746"/>
                  <a:pt x="58746" y="0"/>
                  <a:pt x="131105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18824" y="1219200"/>
            <a:ext cx="4522839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4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Processing Pipeline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7267985" y="2358618"/>
            <a:ext cx="327742" cy="327742"/>
          </a:xfrm>
          <a:custGeom>
            <a:avLst/>
            <a:gdLst/>
            <a:ahLst/>
            <a:cxnLst/>
            <a:rect l="l" t="t" r="r" b="b"/>
            <a:pathLst>
              <a:path w="327742" h="327742">
                <a:moveTo>
                  <a:pt x="65548" y="0"/>
                </a:moveTo>
                <a:lnTo>
                  <a:pt x="262194" y="0"/>
                </a:lnTo>
                <a:cubicBezTo>
                  <a:pt x="298371" y="0"/>
                  <a:pt x="327742" y="29371"/>
                  <a:pt x="327742" y="65548"/>
                </a:cubicBezTo>
                <a:lnTo>
                  <a:pt x="327742" y="262194"/>
                </a:lnTo>
                <a:cubicBezTo>
                  <a:pt x="327742" y="298395"/>
                  <a:pt x="298395" y="327742"/>
                  <a:pt x="262194" y="327742"/>
                </a:cubicBezTo>
                <a:lnTo>
                  <a:pt x="65548" y="327742"/>
                </a:lnTo>
                <a:cubicBezTo>
                  <a:pt x="29371" y="327742"/>
                  <a:pt x="0" y="298371"/>
                  <a:pt x="0" y="262194"/>
                </a:cubicBezTo>
                <a:lnTo>
                  <a:pt x="0" y="65548"/>
                </a:lnTo>
                <a:cubicBezTo>
                  <a:pt x="0" y="29371"/>
                  <a:pt x="29371" y="0"/>
                  <a:pt x="65548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7411065" y="2424166"/>
            <a:ext cx="106516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7697327" y="2273506"/>
            <a:ext cx="3996813" cy="498168"/>
          </a:xfrm>
          <a:custGeom>
            <a:avLst/>
            <a:gdLst/>
            <a:ahLst/>
            <a:cxnLst/>
            <a:rect l="l" t="t" r="r" b="b"/>
            <a:pathLst>
              <a:path w="3996813" h="498168">
                <a:moveTo>
                  <a:pt x="65549" y="0"/>
                </a:moveTo>
                <a:lnTo>
                  <a:pt x="3931264" y="0"/>
                </a:lnTo>
                <a:cubicBezTo>
                  <a:pt x="3967466" y="0"/>
                  <a:pt x="3996813" y="29347"/>
                  <a:pt x="3996813" y="65549"/>
                </a:cubicBezTo>
                <a:lnTo>
                  <a:pt x="3996813" y="432619"/>
                </a:lnTo>
                <a:cubicBezTo>
                  <a:pt x="3996813" y="468820"/>
                  <a:pt x="3967466" y="498168"/>
                  <a:pt x="3931264" y="498168"/>
                </a:cubicBezTo>
                <a:lnTo>
                  <a:pt x="65549" y="498168"/>
                </a:lnTo>
                <a:cubicBezTo>
                  <a:pt x="29371" y="498168"/>
                  <a:pt x="0" y="468796"/>
                  <a:pt x="0" y="432619"/>
                </a:cubicBezTo>
                <a:lnTo>
                  <a:pt x="0" y="65549"/>
                </a:lnTo>
                <a:cubicBezTo>
                  <a:pt x="0" y="29371"/>
                  <a:pt x="29371" y="0"/>
                  <a:pt x="6554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98927" y="2375105"/>
            <a:ext cx="3850968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798927" y="2538976"/>
            <a:ext cx="3842774" cy="1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4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+ Text + Location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9431696" y="2873171"/>
            <a:ext cx="98323" cy="131097"/>
          </a:xfrm>
          <a:custGeom>
            <a:avLst/>
            <a:gdLst/>
            <a:ahLst/>
            <a:cxnLst/>
            <a:rect l="l" t="t" r="r" b="b"/>
            <a:pathLst>
              <a:path w="98323" h="131097">
                <a:moveTo>
                  <a:pt x="43375" y="128690"/>
                </a:moveTo>
                <a:cubicBezTo>
                  <a:pt x="46575" y="131891"/>
                  <a:pt x="51773" y="131891"/>
                  <a:pt x="54974" y="128690"/>
                </a:cubicBezTo>
                <a:lnTo>
                  <a:pt x="95941" y="87722"/>
                </a:lnTo>
                <a:cubicBezTo>
                  <a:pt x="99142" y="84522"/>
                  <a:pt x="99142" y="79324"/>
                  <a:pt x="95941" y="76123"/>
                </a:cubicBezTo>
                <a:cubicBezTo>
                  <a:pt x="92741" y="72923"/>
                  <a:pt x="87543" y="72923"/>
                  <a:pt x="84342" y="76123"/>
                </a:cubicBezTo>
                <a:lnTo>
                  <a:pt x="57355" y="103111"/>
                </a:lnTo>
                <a:lnTo>
                  <a:pt x="57355" y="8194"/>
                </a:lnTo>
                <a:cubicBezTo>
                  <a:pt x="57355" y="3661"/>
                  <a:pt x="53693" y="0"/>
                  <a:pt x="49161" y="0"/>
                </a:cubicBezTo>
                <a:cubicBezTo>
                  <a:pt x="44629" y="0"/>
                  <a:pt x="40968" y="3661"/>
                  <a:pt x="40968" y="8194"/>
                </a:cubicBezTo>
                <a:lnTo>
                  <a:pt x="40968" y="103111"/>
                </a:lnTo>
                <a:lnTo>
                  <a:pt x="13980" y="76123"/>
                </a:lnTo>
                <a:cubicBezTo>
                  <a:pt x="10780" y="72923"/>
                  <a:pt x="5582" y="72923"/>
                  <a:pt x="2381" y="76123"/>
                </a:cubicBezTo>
                <a:cubicBezTo>
                  <a:pt x="-819" y="79324"/>
                  <a:pt x="-819" y="84522"/>
                  <a:pt x="2381" y="87722"/>
                </a:cubicBezTo>
                <a:lnTo>
                  <a:pt x="43349" y="12869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87" name="Shape 85"/>
          <p:cNvSpPr/>
          <p:nvPr/>
        </p:nvSpPr>
        <p:spPr>
          <a:xfrm>
            <a:off x="7267985" y="3190979"/>
            <a:ext cx="327742" cy="327742"/>
          </a:xfrm>
          <a:custGeom>
            <a:avLst/>
            <a:gdLst/>
            <a:ahLst/>
            <a:cxnLst/>
            <a:rect l="l" t="t" r="r" b="b"/>
            <a:pathLst>
              <a:path w="327742" h="327742">
                <a:moveTo>
                  <a:pt x="65548" y="0"/>
                </a:moveTo>
                <a:lnTo>
                  <a:pt x="262194" y="0"/>
                </a:lnTo>
                <a:cubicBezTo>
                  <a:pt x="298371" y="0"/>
                  <a:pt x="327742" y="29371"/>
                  <a:pt x="327742" y="65548"/>
                </a:cubicBezTo>
                <a:lnTo>
                  <a:pt x="327742" y="262194"/>
                </a:lnTo>
                <a:cubicBezTo>
                  <a:pt x="327742" y="298395"/>
                  <a:pt x="298395" y="327742"/>
                  <a:pt x="262194" y="327742"/>
                </a:cubicBezTo>
                <a:lnTo>
                  <a:pt x="65548" y="327742"/>
                </a:lnTo>
                <a:cubicBezTo>
                  <a:pt x="29371" y="327742"/>
                  <a:pt x="0" y="298371"/>
                  <a:pt x="0" y="262194"/>
                </a:cubicBezTo>
                <a:lnTo>
                  <a:pt x="0" y="65548"/>
                </a:lnTo>
                <a:cubicBezTo>
                  <a:pt x="0" y="29371"/>
                  <a:pt x="29371" y="0"/>
                  <a:pt x="65548" y="0"/>
                </a:cubicBezTo>
                <a:close/>
              </a:path>
            </a:pathLst>
          </a:custGeom>
          <a:solidFill>
            <a:srgbClr val="22D3EE">
              <a:alpha val="30196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7398467" y="3256527"/>
            <a:ext cx="131097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7697327" y="3105868"/>
            <a:ext cx="3996813" cy="498168"/>
          </a:xfrm>
          <a:custGeom>
            <a:avLst/>
            <a:gdLst/>
            <a:ahLst/>
            <a:cxnLst/>
            <a:rect l="l" t="t" r="r" b="b"/>
            <a:pathLst>
              <a:path w="3996813" h="498168">
                <a:moveTo>
                  <a:pt x="65549" y="0"/>
                </a:moveTo>
                <a:lnTo>
                  <a:pt x="3931264" y="0"/>
                </a:lnTo>
                <a:cubicBezTo>
                  <a:pt x="3967466" y="0"/>
                  <a:pt x="3996813" y="29347"/>
                  <a:pt x="3996813" y="65549"/>
                </a:cubicBezTo>
                <a:lnTo>
                  <a:pt x="3996813" y="432619"/>
                </a:lnTo>
                <a:cubicBezTo>
                  <a:pt x="3996813" y="468820"/>
                  <a:pt x="3967466" y="498168"/>
                  <a:pt x="3931264" y="498168"/>
                </a:cubicBezTo>
                <a:lnTo>
                  <a:pt x="65549" y="498168"/>
                </a:lnTo>
                <a:cubicBezTo>
                  <a:pt x="29371" y="498168"/>
                  <a:pt x="0" y="468796"/>
                  <a:pt x="0" y="432619"/>
                </a:cubicBezTo>
                <a:lnTo>
                  <a:pt x="0" y="65549"/>
                </a:lnTo>
                <a:cubicBezTo>
                  <a:pt x="0" y="29371"/>
                  <a:pt x="29371" y="0"/>
                  <a:pt x="6554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798927" y="3207466"/>
            <a:ext cx="3850968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7798927" y="3371337"/>
            <a:ext cx="3842774" cy="1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4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CV + NLP Processing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9431696" y="3705532"/>
            <a:ext cx="98323" cy="131097"/>
          </a:xfrm>
          <a:custGeom>
            <a:avLst/>
            <a:gdLst/>
            <a:ahLst/>
            <a:cxnLst/>
            <a:rect l="l" t="t" r="r" b="b"/>
            <a:pathLst>
              <a:path w="98323" h="131097">
                <a:moveTo>
                  <a:pt x="43375" y="128690"/>
                </a:moveTo>
                <a:cubicBezTo>
                  <a:pt x="46575" y="131891"/>
                  <a:pt x="51773" y="131891"/>
                  <a:pt x="54974" y="128690"/>
                </a:cubicBezTo>
                <a:lnTo>
                  <a:pt x="95941" y="87722"/>
                </a:lnTo>
                <a:cubicBezTo>
                  <a:pt x="99142" y="84522"/>
                  <a:pt x="99142" y="79324"/>
                  <a:pt x="95941" y="76123"/>
                </a:cubicBezTo>
                <a:cubicBezTo>
                  <a:pt x="92741" y="72923"/>
                  <a:pt x="87543" y="72923"/>
                  <a:pt x="84342" y="76123"/>
                </a:cubicBezTo>
                <a:lnTo>
                  <a:pt x="57355" y="103111"/>
                </a:lnTo>
                <a:lnTo>
                  <a:pt x="57355" y="8194"/>
                </a:lnTo>
                <a:cubicBezTo>
                  <a:pt x="57355" y="3661"/>
                  <a:pt x="53693" y="0"/>
                  <a:pt x="49161" y="0"/>
                </a:cubicBezTo>
                <a:cubicBezTo>
                  <a:pt x="44629" y="0"/>
                  <a:pt x="40968" y="3661"/>
                  <a:pt x="40968" y="8194"/>
                </a:cubicBezTo>
                <a:lnTo>
                  <a:pt x="40968" y="103111"/>
                </a:lnTo>
                <a:lnTo>
                  <a:pt x="13980" y="76123"/>
                </a:lnTo>
                <a:cubicBezTo>
                  <a:pt x="10780" y="72923"/>
                  <a:pt x="5582" y="72923"/>
                  <a:pt x="2381" y="76123"/>
                </a:cubicBezTo>
                <a:cubicBezTo>
                  <a:pt x="-819" y="79324"/>
                  <a:pt x="-819" y="84522"/>
                  <a:pt x="2381" y="87722"/>
                </a:cubicBezTo>
                <a:lnTo>
                  <a:pt x="43349" y="12869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93" name="Shape 91"/>
          <p:cNvSpPr/>
          <p:nvPr/>
        </p:nvSpPr>
        <p:spPr>
          <a:xfrm>
            <a:off x="7267985" y="4023340"/>
            <a:ext cx="327742" cy="327742"/>
          </a:xfrm>
          <a:custGeom>
            <a:avLst/>
            <a:gdLst/>
            <a:ahLst/>
            <a:cxnLst/>
            <a:rect l="l" t="t" r="r" b="b"/>
            <a:pathLst>
              <a:path w="327742" h="327742">
                <a:moveTo>
                  <a:pt x="65548" y="0"/>
                </a:moveTo>
                <a:lnTo>
                  <a:pt x="262194" y="0"/>
                </a:lnTo>
                <a:cubicBezTo>
                  <a:pt x="298371" y="0"/>
                  <a:pt x="327742" y="29371"/>
                  <a:pt x="327742" y="65548"/>
                </a:cubicBezTo>
                <a:lnTo>
                  <a:pt x="327742" y="262194"/>
                </a:lnTo>
                <a:cubicBezTo>
                  <a:pt x="327742" y="298395"/>
                  <a:pt x="298395" y="327742"/>
                  <a:pt x="262194" y="327742"/>
                </a:cubicBezTo>
                <a:lnTo>
                  <a:pt x="65548" y="327742"/>
                </a:lnTo>
                <a:cubicBezTo>
                  <a:pt x="29371" y="327742"/>
                  <a:pt x="0" y="298371"/>
                  <a:pt x="0" y="262194"/>
                </a:cubicBezTo>
                <a:lnTo>
                  <a:pt x="0" y="65548"/>
                </a:lnTo>
                <a:cubicBezTo>
                  <a:pt x="0" y="29371"/>
                  <a:pt x="29371" y="0"/>
                  <a:pt x="65548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7396726" y="4088889"/>
            <a:ext cx="139290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7697327" y="3938229"/>
            <a:ext cx="3996813" cy="498168"/>
          </a:xfrm>
          <a:custGeom>
            <a:avLst/>
            <a:gdLst/>
            <a:ahLst/>
            <a:cxnLst/>
            <a:rect l="l" t="t" r="r" b="b"/>
            <a:pathLst>
              <a:path w="3996813" h="498168">
                <a:moveTo>
                  <a:pt x="65549" y="0"/>
                </a:moveTo>
                <a:lnTo>
                  <a:pt x="3931264" y="0"/>
                </a:lnTo>
                <a:cubicBezTo>
                  <a:pt x="3967466" y="0"/>
                  <a:pt x="3996813" y="29347"/>
                  <a:pt x="3996813" y="65549"/>
                </a:cubicBezTo>
                <a:lnTo>
                  <a:pt x="3996813" y="432619"/>
                </a:lnTo>
                <a:cubicBezTo>
                  <a:pt x="3996813" y="468820"/>
                  <a:pt x="3967466" y="498168"/>
                  <a:pt x="3931264" y="498168"/>
                </a:cubicBezTo>
                <a:lnTo>
                  <a:pt x="65549" y="498168"/>
                </a:lnTo>
                <a:cubicBezTo>
                  <a:pt x="29371" y="498168"/>
                  <a:pt x="0" y="468796"/>
                  <a:pt x="0" y="432619"/>
                </a:cubicBezTo>
                <a:lnTo>
                  <a:pt x="0" y="65549"/>
                </a:lnTo>
                <a:cubicBezTo>
                  <a:pt x="0" y="29371"/>
                  <a:pt x="29371" y="0"/>
                  <a:pt x="6554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798927" y="4039831"/>
            <a:ext cx="3850968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7798927" y="4203702"/>
            <a:ext cx="3842774" cy="1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4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Issue Type + Priority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9431696" y="4537894"/>
            <a:ext cx="98323" cy="131097"/>
          </a:xfrm>
          <a:custGeom>
            <a:avLst/>
            <a:gdLst/>
            <a:ahLst/>
            <a:cxnLst/>
            <a:rect l="l" t="t" r="r" b="b"/>
            <a:pathLst>
              <a:path w="98323" h="131097">
                <a:moveTo>
                  <a:pt x="43375" y="128690"/>
                </a:moveTo>
                <a:cubicBezTo>
                  <a:pt x="46575" y="131891"/>
                  <a:pt x="51773" y="131891"/>
                  <a:pt x="54974" y="128690"/>
                </a:cubicBezTo>
                <a:lnTo>
                  <a:pt x="95941" y="87722"/>
                </a:lnTo>
                <a:cubicBezTo>
                  <a:pt x="99142" y="84522"/>
                  <a:pt x="99142" y="79324"/>
                  <a:pt x="95941" y="76123"/>
                </a:cubicBezTo>
                <a:cubicBezTo>
                  <a:pt x="92741" y="72923"/>
                  <a:pt x="87543" y="72923"/>
                  <a:pt x="84342" y="76123"/>
                </a:cubicBezTo>
                <a:lnTo>
                  <a:pt x="57355" y="103111"/>
                </a:lnTo>
                <a:lnTo>
                  <a:pt x="57355" y="8194"/>
                </a:lnTo>
                <a:cubicBezTo>
                  <a:pt x="57355" y="3661"/>
                  <a:pt x="53693" y="0"/>
                  <a:pt x="49161" y="0"/>
                </a:cubicBezTo>
                <a:cubicBezTo>
                  <a:pt x="44629" y="0"/>
                  <a:pt x="40968" y="3661"/>
                  <a:pt x="40968" y="8194"/>
                </a:cubicBezTo>
                <a:lnTo>
                  <a:pt x="40968" y="103111"/>
                </a:lnTo>
                <a:lnTo>
                  <a:pt x="13980" y="76123"/>
                </a:lnTo>
                <a:cubicBezTo>
                  <a:pt x="10780" y="72923"/>
                  <a:pt x="5582" y="72923"/>
                  <a:pt x="2381" y="76123"/>
                </a:cubicBezTo>
                <a:cubicBezTo>
                  <a:pt x="-819" y="79324"/>
                  <a:pt x="-819" y="84522"/>
                  <a:pt x="2381" y="87722"/>
                </a:cubicBezTo>
                <a:lnTo>
                  <a:pt x="43349" y="12869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99" name="Shape 97"/>
          <p:cNvSpPr/>
          <p:nvPr/>
        </p:nvSpPr>
        <p:spPr>
          <a:xfrm>
            <a:off x="7267985" y="4855702"/>
            <a:ext cx="327742" cy="327742"/>
          </a:xfrm>
          <a:custGeom>
            <a:avLst/>
            <a:gdLst/>
            <a:ahLst/>
            <a:cxnLst/>
            <a:rect l="l" t="t" r="r" b="b"/>
            <a:pathLst>
              <a:path w="327742" h="327742">
                <a:moveTo>
                  <a:pt x="65548" y="0"/>
                </a:moveTo>
                <a:lnTo>
                  <a:pt x="262194" y="0"/>
                </a:lnTo>
                <a:cubicBezTo>
                  <a:pt x="298371" y="0"/>
                  <a:pt x="327742" y="29371"/>
                  <a:pt x="327742" y="65548"/>
                </a:cubicBezTo>
                <a:lnTo>
                  <a:pt x="327742" y="262194"/>
                </a:lnTo>
                <a:cubicBezTo>
                  <a:pt x="327742" y="298395"/>
                  <a:pt x="298395" y="327742"/>
                  <a:pt x="262194" y="327742"/>
                </a:cubicBezTo>
                <a:lnTo>
                  <a:pt x="65548" y="327742"/>
                </a:lnTo>
                <a:cubicBezTo>
                  <a:pt x="29371" y="327742"/>
                  <a:pt x="0" y="298371"/>
                  <a:pt x="0" y="262194"/>
                </a:cubicBezTo>
                <a:lnTo>
                  <a:pt x="0" y="65548"/>
                </a:lnTo>
                <a:cubicBezTo>
                  <a:pt x="0" y="29371"/>
                  <a:pt x="29371" y="0"/>
                  <a:pt x="65548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100" name="Text 98"/>
          <p:cNvSpPr/>
          <p:nvPr/>
        </p:nvSpPr>
        <p:spPr>
          <a:xfrm>
            <a:off x="7398467" y="4921250"/>
            <a:ext cx="131097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7697327" y="4770590"/>
            <a:ext cx="3996813" cy="498168"/>
          </a:xfrm>
          <a:custGeom>
            <a:avLst/>
            <a:gdLst/>
            <a:ahLst/>
            <a:cxnLst/>
            <a:rect l="l" t="t" r="r" b="b"/>
            <a:pathLst>
              <a:path w="3996813" h="498168">
                <a:moveTo>
                  <a:pt x="65549" y="0"/>
                </a:moveTo>
                <a:lnTo>
                  <a:pt x="3931264" y="0"/>
                </a:lnTo>
                <a:cubicBezTo>
                  <a:pt x="3967466" y="0"/>
                  <a:pt x="3996813" y="29347"/>
                  <a:pt x="3996813" y="65549"/>
                </a:cubicBezTo>
                <a:lnTo>
                  <a:pt x="3996813" y="432619"/>
                </a:lnTo>
                <a:cubicBezTo>
                  <a:pt x="3996813" y="468820"/>
                  <a:pt x="3967466" y="498168"/>
                  <a:pt x="3931264" y="498168"/>
                </a:cubicBezTo>
                <a:lnTo>
                  <a:pt x="65549" y="498168"/>
                </a:lnTo>
                <a:cubicBezTo>
                  <a:pt x="29371" y="498168"/>
                  <a:pt x="0" y="468796"/>
                  <a:pt x="0" y="432619"/>
                </a:cubicBezTo>
                <a:lnTo>
                  <a:pt x="0" y="65549"/>
                </a:lnTo>
                <a:cubicBezTo>
                  <a:pt x="0" y="29371"/>
                  <a:pt x="29371" y="0"/>
                  <a:pt x="6554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798927" y="4872193"/>
            <a:ext cx="3850968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Routing &amp; Action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7798927" y="5036064"/>
            <a:ext cx="3842774" cy="1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4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Assignment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7267985" y="6064147"/>
            <a:ext cx="4424516" cy="6555"/>
          </a:xfrm>
          <a:custGeom>
            <a:avLst/>
            <a:gdLst/>
            <a:ahLst/>
            <a:cxnLst/>
            <a:rect l="l" t="t" r="r" b="b"/>
            <a:pathLst>
              <a:path w="4424516" h="6555">
                <a:moveTo>
                  <a:pt x="0" y="0"/>
                </a:moveTo>
                <a:lnTo>
                  <a:pt x="4424516" y="0"/>
                </a:lnTo>
                <a:lnTo>
                  <a:pt x="4424516" y="6555"/>
                </a:lnTo>
                <a:lnTo>
                  <a:pt x="0" y="655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267985" y="6198523"/>
            <a:ext cx="2163097" cy="491613"/>
          </a:xfrm>
          <a:custGeom>
            <a:avLst/>
            <a:gdLst/>
            <a:ahLst/>
            <a:cxnLst/>
            <a:rect l="l" t="t" r="r" b="b"/>
            <a:pathLst>
              <a:path w="2163097" h="491613">
                <a:moveTo>
                  <a:pt x="65547" y="0"/>
                </a:moveTo>
                <a:lnTo>
                  <a:pt x="2097550" y="0"/>
                </a:lnTo>
                <a:cubicBezTo>
                  <a:pt x="2133750" y="0"/>
                  <a:pt x="2163097" y="29346"/>
                  <a:pt x="2163097" y="65547"/>
                </a:cubicBezTo>
                <a:lnTo>
                  <a:pt x="2163097" y="426066"/>
                </a:lnTo>
                <a:cubicBezTo>
                  <a:pt x="2163097" y="462267"/>
                  <a:pt x="2133750" y="491613"/>
                  <a:pt x="2097550" y="491613"/>
                </a:cubicBezTo>
                <a:lnTo>
                  <a:pt x="65547" y="491613"/>
                </a:lnTo>
                <a:cubicBezTo>
                  <a:pt x="29346" y="491613"/>
                  <a:pt x="0" y="462267"/>
                  <a:pt x="0" y="426066"/>
                </a:cubicBezTo>
                <a:lnTo>
                  <a:pt x="0" y="65547"/>
                </a:lnTo>
                <a:cubicBezTo>
                  <a:pt x="0" y="29346"/>
                  <a:pt x="29346" y="0"/>
                  <a:pt x="65547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06" name="Text 104"/>
          <p:cNvSpPr/>
          <p:nvPr/>
        </p:nvSpPr>
        <p:spPr>
          <a:xfrm>
            <a:off x="7308953" y="6264072"/>
            <a:ext cx="2081161" cy="1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4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Processing</a:t>
            </a:r>
            <a:endParaRPr lang="en-US" sz="1600" dirty="0"/>
          </a:p>
        </p:txBody>
      </p:sp>
      <p:sp>
        <p:nvSpPr>
          <p:cNvPr id="107" name="Text 105"/>
          <p:cNvSpPr/>
          <p:nvPr/>
        </p:nvSpPr>
        <p:spPr>
          <a:xfrm>
            <a:off x="7296662" y="6395065"/>
            <a:ext cx="2105742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&lt;5 sec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9530019" y="6198523"/>
            <a:ext cx="2163097" cy="491613"/>
          </a:xfrm>
          <a:custGeom>
            <a:avLst/>
            <a:gdLst/>
            <a:ahLst/>
            <a:cxnLst/>
            <a:rect l="l" t="t" r="r" b="b"/>
            <a:pathLst>
              <a:path w="2163097" h="491613">
                <a:moveTo>
                  <a:pt x="65547" y="0"/>
                </a:moveTo>
                <a:lnTo>
                  <a:pt x="2097550" y="0"/>
                </a:lnTo>
                <a:cubicBezTo>
                  <a:pt x="2133750" y="0"/>
                  <a:pt x="2163097" y="29346"/>
                  <a:pt x="2163097" y="65547"/>
                </a:cubicBezTo>
                <a:lnTo>
                  <a:pt x="2163097" y="426066"/>
                </a:lnTo>
                <a:cubicBezTo>
                  <a:pt x="2163097" y="462267"/>
                  <a:pt x="2133750" y="491613"/>
                  <a:pt x="2097550" y="491613"/>
                </a:cubicBezTo>
                <a:lnTo>
                  <a:pt x="65547" y="491613"/>
                </a:lnTo>
                <a:cubicBezTo>
                  <a:pt x="29346" y="491613"/>
                  <a:pt x="0" y="462267"/>
                  <a:pt x="0" y="426066"/>
                </a:cubicBezTo>
                <a:lnTo>
                  <a:pt x="0" y="65547"/>
                </a:lnTo>
                <a:cubicBezTo>
                  <a:pt x="0" y="29346"/>
                  <a:pt x="29346" y="0"/>
                  <a:pt x="65547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09" name="Text 107"/>
          <p:cNvSpPr/>
          <p:nvPr/>
        </p:nvSpPr>
        <p:spPr>
          <a:xfrm>
            <a:off x="9570987" y="6264072"/>
            <a:ext cx="2081161" cy="1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4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Uptime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9558696" y="6395065"/>
            <a:ext cx="2105742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1569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spc="51" kern="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592924"/>
            <a:ext cx="11673191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02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0578" y="1111733"/>
            <a:ext cx="1153422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Scalable, secure, and intelligent infrastructure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4283" y="1523074"/>
            <a:ext cx="7650573" cy="5325199"/>
          </a:xfrm>
          <a:custGeom>
            <a:avLst/>
            <a:gdLst/>
            <a:ahLst/>
            <a:cxnLst/>
            <a:rect l="l" t="t" r="r" b="b"/>
            <a:pathLst>
              <a:path w="7650573" h="5325199">
                <a:moveTo>
                  <a:pt x="148254" y="0"/>
                </a:moveTo>
                <a:lnTo>
                  <a:pt x="7502319" y="0"/>
                </a:lnTo>
                <a:cubicBezTo>
                  <a:pt x="7584197" y="0"/>
                  <a:pt x="7650573" y="66375"/>
                  <a:pt x="7650573" y="148254"/>
                </a:cubicBezTo>
                <a:lnTo>
                  <a:pt x="7650573" y="5176945"/>
                </a:lnTo>
                <a:cubicBezTo>
                  <a:pt x="7650573" y="5258823"/>
                  <a:pt x="7584197" y="5325199"/>
                  <a:pt x="7502319" y="5325199"/>
                </a:cubicBezTo>
                <a:lnTo>
                  <a:pt x="148254" y="5325199"/>
                </a:lnTo>
                <a:cubicBezTo>
                  <a:pt x="66375" y="5325199"/>
                  <a:pt x="0" y="5258823"/>
                  <a:pt x="0" y="5176945"/>
                </a:cubicBezTo>
                <a:lnTo>
                  <a:pt x="0" y="148254"/>
                </a:lnTo>
                <a:cubicBezTo>
                  <a:pt x="0" y="66430"/>
                  <a:pt x="66430" y="0"/>
                  <a:pt x="14825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6956" y="1712071"/>
            <a:ext cx="736522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Layered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84" y="2123412"/>
            <a:ext cx="7270731" cy="822682"/>
          </a:xfrm>
          <a:custGeom>
            <a:avLst/>
            <a:gdLst/>
            <a:ahLst/>
            <a:cxnLst/>
            <a:rect l="l" t="t" r="r" b="b"/>
            <a:pathLst>
              <a:path w="7270731" h="822682">
                <a:moveTo>
                  <a:pt x="111177" y="0"/>
                </a:moveTo>
                <a:lnTo>
                  <a:pt x="7159553" y="0"/>
                </a:lnTo>
                <a:cubicBezTo>
                  <a:pt x="7220955" y="0"/>
                  <a:pt x="7270731" y="49776"/>
                  <a:pt x="7270731" y="111177"/>
                </a:cubicBezTo>
                <a:lnTo>
                  <a:pt x="7270731" y="711505"/>
                </a:lnTo>
                <a:cubicBezTo>
                  <a:pt x="7270731" y="772906"/>
                  <a:pt x="7220955" y="822682"/>
                  <a:pt x="7159553" y="822682"/>
                </a:cubicBezTo>
                <a:lnTo>
                  <a:pt x="111177" y="822682"/>
                </a:lnTo>
                <a:cubicBezTo>
                  <a:pt x="49776" y="822682"/>
                  <a:pt x="0" y="772906"/>
                  <a:pt x="0" y="711505"/>
                </a:cubicBezTo>
                <a:lnTo>
                  <a:pt x="0" y="111177"/>
                </a:lnTo>
                <a:cubicBezTo>
                  <a:pt x="0" y="49817"/>
                  <a:pt x="49817" y="0"/>
                  <a:pt x="111177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8920" y="2275347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111175" y="0"/>
                </a:moveTo>
                <a:lnTo>
                  <a:pt x="407633" y="0"/>
                </a:lnTo>
                <a:cubicBezTo>
                  <a:pt x="469034" y="0"/>
                  <a:pt x="518809" y="49775"/>
                  <a:pt x="518809" y="111175"/>
                </a:cubicBezTo>
                <a:lnTo>
                  <a:pt x="518809" y="407633"/>
                </a:lnTo>
                <a:cubicBezTo>
                  <a:pt x="518809" y="469034"/>
                  <a:pt x="469034" y="518809"/>
                  <a:pt x="407633" y="518809"/>
                </a:cubicBezTo>
                <a:lnTo>
                  <a:pt x="111175" y="518809"/>
                </a:lnTo>
                <a:cubicBezTo>
                  <a:pt x="49816" y="518809"/>
                  <a:pt x="0" y="468992"/>
                  <a:pt x="0" y="407633"/>
                </a:cubicBezTo>
                <a:lnTo>
                  <a:pt x="0" y="111175"/>
                </a:lnTo>
                <a:cubicBezTo>
                  <a:pt x="0" y="49816"/>
                  <a:pt x="49816" y="0"/>
                  <a:pt x="111175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67151" y="2423578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27793" y="13897"/>
                </a:moveTo>
                <a:cubicBezTo>
                  <a:pt x="12464" y="13897"/>
                  <a:pt x="0" y="26360"/>
                  <a:pt x="0" y="41690"/>
                </a:cubicBezTo>
                <a:lnTo>
                  <a:pt x="0" y="152863"/>
                </a:lnTo>
                <a:cubicBezTo>
                  <a:pt x="0" y="168193"/>
                  <a:pt x="12464" y="180657"/>
                  <a:pt x="27793" y="180657"/>
                </a:cubicBezTo>
                <a:lnTo>
                  <a:pt x="90328" y="180657"/>
                </a:lnTo>
                <a:lnTo>
                  <a:pt x="83380" y="201502"/>
                </a:lnTo>
                <a:lnTo>
                  <a:pt x="52112" y="201502"/>
                </a:lnTo>
                <a:cubicBezTo>
                  <a:pt x="46337" y="201502"/>
                  <a:pt x="41690" y="206148"/>
                  <a:pt x="41690" y="211924"/>
                </a:cubicBezTo>
                <a:cubicBezTo>
                  <a:pt x="41690" y="217700"/>
                  <a:pt x="46337" y="222347"/>
                  <a:pt x="52112" y="222347"/>
                </a:cubicBezTo>
                <a:lnTo>
                  <a:pt x="170234" y="222347"/>
                </a:lnTo>
                <a:cubicBezTo>
                  <a:pt x="176010" y="222347"/>
                  <a:pt x="180657" y="217700"/>
                  <a:pt x="180657" y="211924"/>
                </a:cubicBezTo>
                <a:cubicBezTo>
                  <a:pt x="180657" y="206148"/>
                  <a:pt x="176010" y="201502"/>
                  <a:pt x="170234" y="201502"/>
                </a:cubicBezTo>
                <a:lnTo>
                  <a:pt x="138967" y="201502"/>
                </a:lnTo>
                <a:lnTo>
                  <a:pt x="132018" y="180657"/>
                </a:lnTo>
                <a:lnTo>
                  <a:pt x="194553" y="180657"/>
                </a:lnTo>
                <a:cubicBezTo>
                  <a:pt x="209883" y="180657"/>
                  <a:pt x="222347" y="168193"/>
                  <a:pt x="222347" y="152863"/>
                </a:cubicBezTo>
                <a:lnTo>
                  <a:pt x="222347" y="41690"/>
                </a:lnTo>
                <a:cubicBezTo>
                  <a:pt x="222347" y="26360"/>
                  <a:pt x="209883" y="13897"/>
                  <a:pt x="194553" y="13897"/>
                </a:cubicBezTo>
                <a:lnTo>
                  <a:pt x="27793" y="13897"/>
                </a:lnTo>
                <a:close/>
                <a:moveTo>
                  <a:pt x="41690" y="41690"/>
                </a:moveTo>
                <a:lnTo>
                  <a:pt x="180657" y="41690"/>
                </a:lnTo>
                <a:cubicBezTo>
                  <a:pt x="188343" y="41690"/>
                  <a:pt x="194553" y="47900"/>
                  <a:pt x="194553" y="55587"/>
                </a:cubicBezTo>
                <a:lnTo>
                  <a:pt x="194553" y="125070"/>
                </a:lnTo>
                <a:cubicBezTo>
                  <a:pt x="194553" y="132756"/>
                  <a:pt x="188343" y="138967"/>
                  <a:pt x="180657" y="138967"/>
                </a:cubicBezTo>
                <a:lnTo>
                  <a:pt x="41690" y="138967"/>
                </a:lnTo>
                <a:cubicBezTo>
                  <a:pt x="34003" y="138967"/>
                  <a:pt x="27793" y="132756"/>
                  <a:pt x="27793" y="125070"/>
                </a:cubicBezTo>
                <a:lnTo>
                  <a:pt x="27793" y="55587"/>
                </a:lnTo>
                <a:cubicBezTo>
                  <a:pt x="27793" y="47900"/>
                  <a:pt x="34003" y="41690"/>
                  <a:pt x="41690" y="4169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385960" y="2293876"/>
            <a:ext cx="4836036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85960" y="2590338"/>
            <a:ext cx="481750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 (React Native) + Web Portal (React.js)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90901" y="2423578"/>
            <a:ext cx="314991" cy="222347"/>
          </a:xfrm>
          <a:custGeom>
            <a:avLst/>
            <a:gdLst/>
            <a:ahLst/>
            <a:cxnLst/>
            <a:rect l="l" t="t" r="r" b="b"/>
            <a:pathLst>
              <a:path w="314991" h="222347">
                <a:moveTo>
                  <a:pt x="37058" y="0"/>
                </a:moveTo>
                <a:lnTo>
                  <a:pt x="277932" y="0"/>
                </a:lnTo>
                <a:cubicBezTo>
                  <a:pt x="298399" y="0"/>
                  <a:pt x="314991" y="16592"/>
                  <a:pt x="314991" y="37058"/>
                </a:cubicBezTo>
                <a:lnTo>
                  <a:pt x="314991" y="185288"/>
                </a:lnTo>
                <a:cubicBezTo>
                  <a:pt x="314991" y="205755"/>
                  <a:pt x="298399" y="222347"/>
                  <a:pt x="277932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90901" y="2423578"/>
            <a:ext cx="370578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83713" y="2423578"/>
            <a:ext cx="537337" cy="222347"/>
          </a:xfrm>
          <a:custGeom>
            <a:avLst/>
            <a:gdLst/>
            <a:ahLst/>
            <a:cxnLst/>
            <a:rect l="l" t="t" r="r" b="b"/>
            <a:pathLst>
              <a:path w="537337" h="222347">
                <a:moveTo>
                  <a:pt x="37058" y="0"/>
                </a:moveTo>
                <a:lnTo>
                  <a:pt x="500279" y="0"/>
                </a:lnTo>
                <a:cubicBezTo>
                  <a:pt x="520746" y="0"/>
                  <a:pt x="537337" y="16592"/>
                  <a:pt x="537337" y="37058"/>
                </a:cubicBezTo>
                <a:lnTo>
                  <a:pt x="537337" y="185288"/>
                </a:lnTo>
                <a:cubicBezTo>
                  <a:pt x="537337" y="205755"/>
                  <a:pt x="520746" y="222347"/>
                  <a:pt x="500279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683713" y="2423578"/>
            <a:ext cx="592924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93081" y="2423578"/>
            <a:ext cx="389106" cy="222347"/>
          </a:xfrm>
          <a:custGeom>
            <a:avLst/>
            <a:gdLst/>
            <a:ahLst/>
            <a:cxnLst/>
            <a:rect l="l" t="t" r="r" b="b"/>
            <a:pathLst>
              <a:path w="389106" h="222347">
                <a:moveTo>
                  <a:pt x="37058" y="0"/>
                </a:moveTo>
                <a:lnTo>
                  <a:pt x="352048" y="0"/>
                </a:lnTo>
                <a:cubicBezTo>
                  <a:pt x="372515" y="0"/>
                  <a:pt x="389106" y="16592"/>
                  <a:pt x="389106" y="37058"/>
                </a:cubicBezTo>
                <a:lnTo>
                  <a:pt x="389106" y="185288"/>
                </a:lnTo>
                <a:cubicBezTo>
                  <a:pt x="389106" y="205755"/>
                  <a:pt x="372515" y="222347"/>
                  <a:pt x="352048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293081" y="2423578"/>
            <a:ext cx="444693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31476" y="3060969"/>
            <a:ext cx="138967" cy="185289"/>
          </a:xfrm>
          <a:custGeom>
            <a:avLst/>
            <a:gdLst/>
            <a:ahLst/>
            <a:cxnLst/>
            <a:rect l="l" t="t" r="r" b="b"/>
            <a:pathLst>
              <a:path w="138967" h="185289">
                <a:moveTo>
                  <a:pt x="61305" y="181887"/>
                </a:moveTo>
                <a:cubicBezTo>
                  <a:pt x="65828" y="186411"/>
                  <a:pt x="73175" y="186411"/>
                  <a:pt x="77698" y="181887"/>
                </a:cubicBezTo>
                <a:lnTo>
                  <a:pt x="135601" y="123984"/>
                </a:lnTo>
                <a:cubicBezTo>
                  <a:pt x="140125" y="119461"/>
                  <a:pt x="140125" y="112114"/>
                  <a:pt x="135601" y="107591"/>
                </a:cubicBezTo>
                <a:cubicBezTo>
                  <a:pt x="131077" y="103067"/>
                  <a:pt x="123731" y="103067"/>
                  <a:pt x="119207" y="107591"/>
                </a:cubicBezTo>
                <a:lnTo>
                  <a:pt x="81064" y="145734"/>
                </a:lnTo>
                <a:lnTo>
                  <a:pt x="81064" y="11581"/>
                </a:lnTo>
                <a:cubicBezTo>
                  <a:pt x="81064" y="5175"/>
                  <a:pt x="75889" y="0"/>
                  <a:pt x="69483" y="0"/>
                </a:cubicBezTo>
                <a:cubicBezTo>
                  <a:pt x="63078" y="0"/>
                  <a:pt x="57903" y="5175"/>
                  <a:pt x="57903" y="11581"/>
                </a:cubicBezTo>
                <a:lnTo>
                  <a:pt x="57903" y="145734"/>
                </a:lnTo>
                <a:lnTo>
                  <a:pt x="19759" y="107591"/>
                </a:lnTo>
                <a:cubicBezTo>
                  <a:pt x="15236" y="103067"/>
                  <a:pt x="7889" y="103067"/>
                  <a:pt x="3366" y="107591"/>
                </a:cubicBezTo>
                <a:cubicBezTo>
                  <a:pt x="-1158" y="112114"/>
                  <a:pt x="-1158" y="119461"/>
                  <a:pt x="3366" y="123984"/>
                </a:cubicBezTo>
                <a:lnTo>
                  <a:pt x="61268" y="181887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84" y="3361137"/>
            <a:ext cx="7270731" cy="822682"/>
          </a:xfrm>
          <a:custGeom>
            <a:avLst/>
            <a:gdLst/>
            <a:ahLst/>
            <a:cxnLst/>
            <a:rect l="l" t="t" r="r" b="b"/>
            <a:pathLst>
              <a:path w="7270731" h="822682">
                <a:moveTo>
                  <a:pt x="111177" y="0"/>
                </a:moveTo>
                <a:lnTo>
                  <a:pt x="7159553" y="0"/>
                </a:lnTo>
                <a:cubicBezTo>
                  <a:pt x="7220955" y="0"/>
                  <a:pt x="7270731" y="49776"/>
                  <a:pt x="7270731" y="111177"/>
                </a:cubicBezTo>
                <a:lnTo>
                  <a:pt x="7270731" y="711505"/>
                </a:lnTo>
                <a:cubicBezTo>
                  <a:pt x="7270731" y="772906"/>
                  <a:pt x="7220955" y="822682"/>
                  <a:pt x="7159553" y="822682"/>
                </a:cubicBezTo>
                <a:lnTo>
                  <a:pt x="111177" y="822682"/>
                </a:lnTo>
                <a:cubicBezTo>
                  <a:pt x="49776" y="822682"/>
                  <a:pt x="0" y="772906"/>
                  <a:pt x="0" y="711505"/>
                </a:cubicBezTo>
                <a:lnTo>
                  <a:pt x="0" y="111177"/>
                </a:lnTo>
                <a:cubicBezTo>
                  <a:pt x="0" y="49817"/>
                  <a:pt x="49817" y="0"/>
                  <a:pt x="111177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>
                  <a:alpha val="20000"/>
                </a:srgbClr>
              </a:gs>
              <a:gs pos="100000">
                <a:srgbClr val="22D3EE">
                  <a:alpha val="5000"/>
                </a:srgbClr>
              </a:gs>
            </a:gsLst>
            <a:lin ang="0" scaled="1"/>
          </a:gradFill>
          <a:ln w="1016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8920" y="3513077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111175" y="0"/>
                </a:moveTo>
                <a:lnTo>
                  <a:pt x="407633" y="0"/>
                </a:lnTo>
                <a:cubicBezTo>
                  <a:pt x="469034" y="0"/>
                  <a:pt x="518809" y="49775"/>
                  <a:pt x="518809" y="111175"/>
                </a:cubicBezTo>
                <a:lnTo>
                  <a:pt x="518809" y="407633"/>
                </a:lnTo>
                <a:cubicBezTo>
                  <a:pt x="518809" y="469034"/>
                  <a:pt x="469034" y="518809"/>
                  <a:pt x="407633" y="518809"/>
                </a:cubicBezTo>
                <a:lnTo>
                  <a:pt x="111175" y="518809"/>
                </a:lnTo>
                <a:cubicBezTo>
                  <a:pt x="49816" y="518809"/>
                  <a:pt x="0" y="468992"/>
                  <a:pt x="0" y="407633"/>
                </a:cubicBezTo>
                <a:lnTo>
                  <a:pt x="0" y="111175"/>
                </a:lnTo>
                <a:cubicBezTo>
                  <a:pt x="0" y="49816"/>
                  <a:pt x="49816" y="0"/>
                  <a:pt x="111175" y="0"/>
                </a:cubicBezTo>
                <a:close/>
              </a:path>
            </a:pathLst>
          </a:custGeom>
          <a:solidFill>
            <a:srgbClr val="22D3EE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81048" y="3661308"/>
            <a:ext cx="194553" cy="222347"/>
          </a:xfrm>
          <a:custGeom>
            <a:avLst/>
            <a:gdLst/>
            <a:ahLst/>
            <a:cxnLst/>
            <a:rect l="l" t="t" r="r" b="b"/>
            <a:pathLst>
              <a:path w="194553" h="222347">
                <a:moveTo>
                  <a:pt x="27793" y="13897"/>
                </a:moveTo>
                <a:cubicBezTo>
                  <a:pt x="12464" y="13897"/>
                  <a:pt x="0" y="26360"/>
                  <a:pt x="0" y="41690"/>
                </a:cubicBezTo>
                <a:lnTo>
                  <a:pt x="0" y="69483"/>
                </a:lnTo>
                <a:cubicBezTo>
                  <a:pt x="0" y="84813"/>
                  <a:pt x="12464" y="97277"/>
                  <a:pt x="27793" y="97277"/>
                </a:cubicBezTo>
                <a:lnTo>
                  <a:pt x="166760" y="97277"/>
                </a:lnTo>
                <a:cubicBezTo>
                  <a:pt x="182090" y="97277"/>
                  <a:pt x="194553" y="84813"/>
                  <a:pt x="194553" y="69483"/>
                </a:cubicBezTo>
                <a:lnTo>
                  <a:pt x="194553" y="41690"/>
                </a:lnTo>
                <a:cubicBezTo>
                  <a:pt x="194553" y="26360"/>
                  <a:pt x="182090" y="13897"/>
                  <a:pt x="166760" y="13897"/>
                </a:cubicBezTo>
                <a:lnTo>
                  <a:pt x="27793" y="13897"/>
                </a:lnTo>
                <a:close/>
                <a:moveTo>
                  <a:pt x="121596" y="45164"/>
                </a:moveTo>
                <a:cubicBezTo>
                  <a:pt x="127348" y="45164"/>
                  <a:pt x="132018" y="49834"/>
                  <a:pt x="132018" y="55587"/>
                </a:cubicBezTo>
                <a:cubicBezTo>
                  <a:pt x="132018" y="61339"/>
                  <a:pt x="127348" y="66009"/>
                  <a:pt x="121596" y="66009"/>
                </a:cubicBezTo>
                <a:cubicBezTo>
                  <a:pt x="115843" y="66009"/>
                  <a:pt x="111173" y="61339"/>
                  <a:pt x="111173" y="55587"/>
                </a:cubicBezTo>
                <a:cubicBezTo>
                  <a:pt x="111173" y="49834"/>
                  <a:pt x="115843" y="45164"/>
                  <a:pt x="121596" y="45164"/>
                </a:cubicBezTo>
                <a:close/>
                <a:moveTo>
                  <a:pt x="145915" y="55587"/>
                </a:moveTo>
                <a:cubicBezTo>
                  <a:pt x="145915" y="49834"/>
                  <a:pt x="150585" y="45164"/>
                  <a:pt x="156337" y="45164"/>
                </a:cubicBezTo>
                <a:cubicBezTo>
                  <a:pt x="162090" y="45164"/>
                  <a:pt x="166760" y="49834"/>
                  <a:pt x="166760" y="55587"/>
                </a:cubicBezTo>
                <a:cubicBezTo>
                  <a:pt x="166760" y="61339"/>
                  <a:pt x="162090" y="66009"/>
                  <a:pt x="156337" y="66009"/>
                </a:cubicBezTo>
                <a:cubicBezTo>
                  <a:pt x="150585" y="66009"/>
                  <a:pt x="145915" y="61339"/>
                  <a:pt x="145915" y="55587"/>
                </a:cubicBezTo>
                <a:close/>
                <a:moveTo>
                  <a:pt x="27793" y="125070"/>
                </a:moveTo>
                <a:cubicBezTo>
                  <a:pt x="12464" y="125070"/>
                  <a:pt x="0" y="137533"/>
                  <a:pt x="0" y="152863"/>
                </a:cubicBezTo>
                <a:lnTo>
                  <a:pt x="0" y="180657"/>
                </a:lnTo>
                <a:cubicBezTo>
                  <a:pt x="0" y="195986"/>
                  <a:pt x="12464" y="208450"/>
                  <a:pt x="27793" y="208450"/>
                </a:cubicBezTo>
                <a:lnTo>
                  <a:pt x="166760" y="208450"/>
                </a:lnTo>
                <a:cubicBezTo>
                  <a:pt x="182090" y="208450"/>
                  <a:pt x="194553" y="195986"/>
                  <a:pt x="194553" y="180657"/>
                </a:cubicBezTo>
                <a:lnTo>
                  <a:pt x="194553" y="152863"/>
                </a:lnTo>
                <a:cubicBezTo>
                  <a:pt x="194553" y="137533"/>
                  <a:pt x="182090" y="125070"/>
                  <a:pt x="166760" y="125070"/>
                </a:cubicBezTo>
                <a:lnTo>
                  <a:pt x="27793" y="125070"/>
                </a:lnTo>
                <a:close/>
                <a:moveTo>
                  <a:pt x="121596" y="156337"/>
                </a:moveTo>
                <a:cubicBezTo>
                  <a:pt x="127348" y="156337"/>
                  <a:pt x="132018" y="161008"/>
                  <a:pt x="132018" y="166760"/>
                </a:cubicBezTo>
                <a:cubicBezTo>
                  <a:pt x="132018" y="172512"/>
                  <a:pt x="127348" y="177182"/>
                  <a:pt x="121596" y="177182"/>
                </a:cubicBezTo>
                <a:cubicBezTo>
                  <a:pt x="115843" y="177182"/>
                  <a:pt x="111173" y="172512"/>
                  <a:pt x="111173" y="166760"/>
                </a:cubicBezTo>
                <a:cubicBezTo>
                  <a:pt x="111173" y="161008"/>
                  <a:pt x="115843" y="156337"/>
                  <a:pt x="121596" y="156337"/>
                </a:cubicBezTo>
                <a:close/>
                <a:moveTo>
                  <a:pt x="145915" y="166760"/>
                </a:moveTo>
                <a:cubicBezTo>
                  <a:pt x="145915" y="161008"/>
                  <a:pt x="150585" y="156337"/>
                  <a:pt x="156337" y="156337"/>
                </a:cubicBezTo>
                <a:cubicBezTo>
                  <a:pt x="162090" y="156337"/>
                  <a:pt x="166760" y="161008"/>
                  <a:pt x="166760" y="166760"/>
                </a:cubicBezTo>
                <a:cubicBezTo>
                  <a:pt x="166760" y="172512"/>
                  <a:pt x="162090" y="177182"/>
                  <a:pt x="156337" y="177182"/>
                </a:cubicBezTo>
                <a:cubicBezTo>
                  <a:pt x="150585" y="177182"/>
                  <a:pt x="145915" y="172512"/>
                  <a:pt x="145915" y="16676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1385960" y="3531605"/>
            <a:ext cx="541043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85960" y="3828067"/>
            <a:ext cx="539190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Node.js APIs + Authentication + Business Logic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0" y="3661308"/>
            <a:ext cx="389106" cy="222347"/>
          </a:xfrm>
          <a:custGeom>
            <a:avLst/>
            <a:gdLst/>
            <a:ahLst/>
            <a:cxnLst/>
            <a:rect l="l" t="t" r="r" b="b"/>
            <a:pathLst>
              <a:path w="389106" h="222347">
                <a:moveTo>
                  <a:pt x="37058" y="0"/>
                </a:moveTo>
                <a:lnTo>
                  <a:pt x="352048" y="0"/>
                </a:lnTo>
                <a:cubicBezTo>
                  <a:pt x="372515" y="0"/>
                  <a:pt x="389106" y="16592"/>
                  <a:pt x="389106" y="37058"/>
                </a:cubicBezTo>
                <a:lnTo>
                  <a:pt x="389106" y="185288"/>
                </a:lnTo>
                <a:cubicBezTo>
                  <a:pt x="389106" y="205755"/>
                  <a:pt x="372515" y="222347"/>
                  <a:pt x="352048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22D3EE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661308"/>
            <a:ext cx="444693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25044" y="3661308"/>
            <a:ext cx="361313" cy="222347"/>
          </a:xfrm>
          <a:custGeom>
            <a:avLst/>
            <a:gdLst/>
            <a:ahLst/>
            <a:cxnLst/>
            <a:rect l="l" t="t" r="r" b="b"/>
            <a:pathLst>
              <a:path w="361313" h="222347">
                <a:moveTo>
                  <a:pt x="37058" y="0"/>
                </a:moveTo>
                <a:lnTo>
                  <a:pt x="324255" y="0"/>
                </a:lnTo>
                <a:cubicBezTo>
                  <a:pt x="344721" y="0"/>
                  <a:pt x="361313" y="16592"/>
                  <a:pt x="361313" y="37058"/>
                </a:cubicBezTo>
                <a:lnTo>
                  <a:pt x="361313" y="185288"/>
                </a:lnTo>
                <a:cubicBezTo>
                  <a:pt x="361313" y="205755"/>
                  <a:pt x="344721" y="222347"/>
                  <a:pt x="324255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22D3EE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325044" y="3661308"/>
            <a:ext cx="416900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31476" y="4298699"/>
            <a:ext cx="138967" cy="185289"/>
          </a:xfrm>
          <a:custGeom>
            <a:avLst/>
            <a:gdLst/>
            <a:ahLst/>
            <a:cxnLst/>
            <a:rect l="l" t="t" r="r" b="b"/>
            <a:pathLst>
              <a:path w="138967" h="185289">
                <a:moveTo>
                  <a:pt x="61305" y="181887"/>
                </a:moveTo>
                <a:cubicBezTo>
                  <a:pt x="65828" y="186411"/>
                  <a:pt x="73175" y="186411"/>
                  <a:pt x="77698" y="181887"/>
                </a:cubicBezTo>
                <a:lnTo>
                  <a:pt x="135601" y="123984"/>
                </a:lnTo>
                <a:cubicBezTo>
                  <a:pt x="140125" y="119461"/>
                  <a:pt x="140125" y="112114"/>
                  <a:pt x="135601" y="107591"/>
                </a:cubicBezTo>
                <a:cubicBezTo>
                  <a:pt x="131077" y="103067"/>
                  <a:pt x="123731" y="103067"/>
                  <a:pt x="119207" y="107591"/>
                </a:cubicBezTo>
                <a:lnTo>
                  <a:pt x="81064" y="145734"/>
                </a:lnTo>
                <a:lnTo>
                  <a:pt x="81064" y="11581"/>
                </a:lnTo>
                <a:cubicBezTo>
                  <a:pt x="81064" y="5175"/>
                  <a:pt x="75889" y="0"/>
                  <a:pt x="69483" y="0"/>
                </a:cubicBezTo>
                <a:cubicBezTo>
                  <a:pt x="63078" y="0"/>
                  <a:pt x="57903" y="5175"/>
                  <a:pt x="57903" y="11581"/>
                </a:cubicBezTo>
                <a:lnTo>
                  <a:pt x="57903" y="145734"/>
                </a:lnTo>
                <a:lnTo>
                  <a:pt x="19759" y="107591"/>
                </a:lnTo>
                <a:cubicBezTo>
                  <a:pt x="15236" y="103067"/>
                  <a:pt x="7889" y="103067"/>
                  <a:pt x="3366" y="107591"/>
                </a:cubicBezTo>
                <a:cubicBezTo>
                  <a:pt x="-1158" y="112114"/>
                  <a:pt x="-1158" y="119461"/>
                  <a:pt x="3366" y="123984"/>
                </a:cubicBezTo>
                <a:lnTo>
                  <a:pt x="61268" y="181887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84" y="4598867"/>
            <a:ext cx="7270731" cy="822682"/>
          </a:xfrm>
          <a:custGeom>
            <a:avLst/>
            <a:gdLst/>
            <a:ahLst/>
            <a:cxnLst/>
            <a:rect l="l" t="t" r="r" b="b"/>
            <a:pathLst>
              <a:path w="7270731" h="822682">
                <a:moveTo>
                  <a:pt x="111177" y="0"/>
                </a:moveTo>
                <a:lnTo>
                  <a:pt x="7159553" y="0"/>
                </a:lnTo>
                <a:cubicBezTo>
                  <a:pt x="7220955" y="0"/>
                  <a:pt x="7270731" y="49776"/>
                  <a:pt x="7270731" y="111177"/>
                </a:cubicBezTo>
                <a:lnTo>
                  <a:pt x="7270731" y="711505"/>
                </a:lnTo>
                <a:cubicBezTo>
                  <a:pt x="7270731" y="772906"/>
                  <a:pt x="7220955" y="822682"/>
                  <a:pt x="7159553" y="822682"/>
                </a:cubicBezTo>
                <a:lnTo>
                  <a:pt x="111177" y="822682"/>
                </a:lnTo>
                <a:cubicBezTo>
                  <a:pt x="49776" y="822682"/>
                  <a:pt x="0" y="772906"/>
                  <a:pt x="0" y="711505"/>
                </a:cubicBezTo>
                <a:lnTo>
                  <a:pt x="0" y="111177"/>
                </a:lnTo>
                <a:cubicBezTo>
                  <a:pt x="0" y="49817"/>
                  <a:pt x="49817" y="0"/>
                  <a:pt x="111177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8920" y="4750806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111175" y="0"/>
                </a:moveTo>
                <a:lnTo>
                  <a:pt x="407633" y="0"/>
                </a:lnTo>
                <a:cubicBezTo>
                  <a:pt x="469034" y="0"/>
                  <a:pt x="518809" y="49775"/>
                  <a:pt x="518809" y="111175"/>
                </a:cubicBezTo>
                <a:lnTo>
                  <a:pt x="518809" y="407633"/>
                </a:lnTo>
                <a:cubicBezTo>
                  <a:pt x="518809" y="469034"/>
                  <a:pt x="469034" y="518809"/>
                  <a:pt x="407633" y="518809"/>
                </a:cubicBezTo>
                <a:lnTo>
                  <a:pt x="111175" y="518809"/>
                </a:lnTo>
                <a:cubicBezTo>
                  <a:pt x="49816" y="518809"/>
                  <a:pt x="0" y="468992"/>
                  <a:pt x="0" y="407633"/>
                </a:cubicBezTo>
                <a:lnTo>
                  <a:pt x="0" y="111175"/>
                </a:lnTo>
                <a:cubicBezTo>
                  <a:pt x="0" y="49816"/>
                  <a:pt x="49816" y="0"/>
                  <a:pt x="111175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67151" y="4899037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52112" y="24319"/>
                </a:moveTo>
                <a:cubicBezTo>
                  <a:pt x="52112" y="10900"/>
                  <a:pt x="63013" y="0"/>
                  <a:pt x="76432" y="0"/>
                </a:cubicBezTo>
                <a:lnTo>
                  <a:pt x="86854" y="0"/>
                </a:lnTo>
                <a:cubicBezTo>
                  <a:pt x="94541" y="0"/>
                  <a:pt x="100751" y="6210"/>
                  <a:pt x="100751" y="13897"/>
                </a:cubicBezTo>
                <a:lnTo>
                  <a:pt x="100751" y="208450"/>
                </a:lnTo>
                <a:cubicBezTo>
                  <a:pt x="100751" y="216136"/>
                  <a:pt x="94541" y="222347"/>
                  <a:pt x="86854" y="222347"/>
                </a:cubicBezTo>
                <a:lnTo>
                  <a:pt x="72957" y="222347"/>
                </a:lnTo>
                <a:cubicBezTo>
                  <a:pt x="60016" y="222347"/>
                  <a:pt x="49116" y="213487"/>
                  <a:pt x="46033" y="201502"/>
                </a:cubicBezTo>
                <a:cubicBezTo>
                  <a:pt x="45729" y="201502"/>
                  <a:pt x="45468" y="201502"/>
                  <a:pt x="45164" y="201502"/>
                </a:cubicBezTo>
                <a:cubicBezTo>
                  <a:pt x="25969" y="201502"/>
                  <a:pt x="10422" y="185955"/>
                  <a:pt x="10422" y="166760"/>
                </a:cubicBezTo>
                <a:cubicBezTo>
                  <a:pt x="10422" y="158943"/>
                  <a:pt x="13028" y="151734"/>
                  <a:pt x="17371" y="145915"/>
                </a:cubicBezTo>
                <a:cubicBezTo>
                  <a:pt x="8946" y="139575"/>
                  <a:pt x="3474" y="129499"/>
                  <a:pt x="3474" y="118122"/>
                </a:cubicBezTo>
                <a:cubicBezTo>
                  <a:pt x="3474" y="104703"/>
                  <a:pt x="11117" y="93021"/>
                  <a:pt x="22235" y="87245"/>
                </a:cubicBezTo>
                <a:cubicBezTo>
                  <a:pt x="19151" y="82034"/>
                  <a:pt x="17371" y="75954"/>
                  <a:pt x="17371" y="69483"/>
                </a:cubicBezTo>
                <a:cubicBezTo>
                  <a:pt x="17371" y="50289"/>
                  <a:pt x="32918" y="34742"/>
                  <a:pt x="52112" y="34742"/>
                </a:cubicBezTo>
                <a:lnTo>
                  <a:pt x="52112" y="24319"/>
                </a:lnTo>
                <a:close/>
                <a:moveTo>
                  <a:pt x="170234" y="24319"/>
                </a:moveTo>
                <a:lnTo>
                  <a:pt x="170234" y="34742"/>
                </a:lnTo>
                <a:cubicBezTo>
                  <a:pt x="189429" y="34742"/>
                  <a:pt x="204976" y="50289"/>
                  <a:pt x="204976" y="69483"/>
                </a:cubicBezTo>
                <a:cubicBezTo>
                  <a:pt x="204976" y="75997"/>
                  <a:pt x="203195" y="82077"/>
                  <a:pt x="200112" y="87245"/>
                </a:cubicBezTo>
                <a:cubicBezTo>
                  <a:pt x="211273" y="93021"/>
                  <a:pt x="218872" y="104659"/>
                  <a:pt x="218872" y="118122"/>
                </a:cubicBezTo>
                <a:cubicBezTo>
                  <a:pt x="218872" y="129499"/>
                  <a:pt x="213401" y="139575"/>
                  <a:pt x="204976" y="145915"/>
                </a:cubicBezTo>
                <a:cubicBezTo>
                  <a:pt x="209318" y="151734"/>
                  <a:pt x="211924" y="158943"/>
                  <a:pt x="211924" y="166760"/>
                </a:cubicBezTo>
                <a:cubicBezTo>
                  <a:pt x="211924" y="185955"/>
                  <a:pt x="196377" y="201502"/>
                  <a:pt x="177182" y="201502"/>
                </a:cubicBezTo>
                <a:cubicBezTo>
                  <a:pt x="176878" y="201502"/>
                  <a:pt x="176618" y="201502"/>
                  <a:pt x="176314" y="201502"/>
                </a:cubicBezTo>
                <a:cubicBezTo>
                  <a:pt x="173231" y="213487"/>
                  <a:pt x="162330" y="222347"/>
                  <a:pt x="149389" y="222347"/>
                </a:cubicBezTo>
                <a:lnTo>
                  <a:pt x="135492" y="222347"/>
                </a:lnTo>
                <a:cubicBezTo>
                  <a:pt x="127806" y="222347"/>
                  <a:pt x="121596" y="216136"/>
                  <a:pt x="121596" y="208450"/>
                </a:cubicBezTo>
                <a:lnTo>
                  <a:pt x="121596" y="13897"/>
                </a:lnTo>
                <a:cubicBezTo>
                  <a:pt x="121596" y="6210"/>
                  <a:pt x="127806" y="0"/>
                  <a:pt x="135492" y="0"/>
                </a:cubicBezTo>
                <a:lnTo>
                  <a:pt x="145915" y="0"/>
                </a:lnTo>
                <a:cubicBezTo>
                  <a:pt x="159334" y="0"/>
                  <a:pt x="170234" y="10900"/>
                  <a:pt x="170234" y="24319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1385960" y="4769335"/>
            <a:ext cx="553086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Engine Layer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85960" y="5065797"/>
            <a:ext cx="551234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TensorFlow + OpenCV + NLP Models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78206" y="4899037"/>
            <a:ext cx="287198" cy="222347"/>
          </a:xfrm>
          <a:custGeom>
            <a:avLst/>
            <a:gdLst/>
            <a:ahLst/>
            <a:cxnLst/>
            <a:rect l="l" t="t" r="r" b="b"/>
            <a:pathLst>
              <a:path w="287198" h="222347">
                <a:moveTo>
                  <a:pt x="37058" y="0"/>
                </a:moveTo>
                <a:lnTo>
                  <a:pt x="250139" y="0"/>
                </a:lnTo>
                <a:cubicBezTo>
                  <a:pt x="270606" y="0"/>
                  <a:pt x="287198" y="16592"/>
                  <a:pt x="287198" y="37058"/>
                </a:cubicBezTo>
                <a:lnTo>
                  <a:pt x="287198" y="185288"/>
                </a:lnTo>
                <a:cubicBezTo>
                  <a:pt x="287198" y="205755"/>
                  <a:pt x="270606" y="222347"/>
                  <a:pt x="250139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978206" y="4899037"/>
            <a:ext cx="342784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CV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43573" y="4899037"/>
            <a:ext cx="342784" cy="222347"/>
          </a:xfrm>
          <a:custGeom>
            <a:avLst/>
            <a:gdLst/>
            <a:ahLst/>
            <a:cxnLst/>
            <a:rect l="l" t="t" r="r" b="b"/>
            <a:pathLst>
              <a:path w="342784" h="222347">
                <a:moveTo>
                  <a:pt x="37058" y="0"/>
                </a:moveTo>
                <a:lnTo>
                  <a:pt x="305726" y="0"/>
                </a:lnTo>
                <a:cubicBezTo>
                  <a:pt x="326193" y="0"/>
                  <a:pt x="342784" y="16592"/>
                  <a:pt x="342784" y="37058"/>
                </a:cubicBezTo>
                <a:lnTo>
                  <a:pt x="342784" y="185288"/>
                </a:lnTo>
                <a:cubicBezTo>
                  <a:pt x="342784" y="205755"/>
                  <a:pt x="326193" y="222347"/>
                  <a:pt x="305726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343573" y="4899037"/>
            <a:ext cx="398371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131476" y="5536429"/>
            <a:ext cx="138967" cy="185289"/>
          </a:xfrm>
          <a:custGeom>
            <a:avLst/>
            <a:gdLst/>
            <a:ahLst/>
            <a:cxnLst/>
            <a:rect l="l" t="t" r="r" b="b"/>
            <a:pathLst>
              <a:path w="138967" h="185289">
                <a:moveTo>
                  <a:pt x="61305" y="181887"/>
                </a:moveTo>
                <a:cubicBezTo>
                  <a:pt x="65828" y="186411"/>
                  <a:pt x="73175" y="186411"/>
                  <a:pt x="77698" y="181887"/>
                </a:cubicBezTo>
                <a:lnTo>
                  <a:pt x="135601" y="123984"/>
                </a:lnTo>
                <a:cubicBezTo>
                  <a:pt x="140125" y="119461"/>
                  <a:pt x="140125" y="112114"/>
                  <a:pt x="135601" y="107591"/>
                </a:cubicBezTo>
                <a:cubicBezTo>
                  <a:pt x="131077" y="103067"/>
                  <a:pt x="123731" y="103067"/>
                  <a:pt x="119207" y="107591"/>
                </a:cubicBezTo>
                <a:lnTo>
                  <a:pt x="81064" y="145734"/>
                </a:lnTo>
                <a:lnTo>
                  <a:pt x="81064" y="11581"/>
                </a:lnTo>
                <a:cubicBezTo>
                  <a:pt x="81064" y="5175"/>
                  <a:pt x="75889" y="0"/>
                  <a:pt x="69483" y="0"/>
                </a:cubicBezTo>
                <a:cubicBezTo>
                  <a:pt x="63078" y="0"/>
                  <a:pt x="57903" y="5175"/>
                  <a:pt x="57903" y="11581"/>
                </a:cubicBezTo>
                <a:lnTo>
                  <a:pt x="57903" y="145734"/>
                </a:lnTo>
                <a:lnTo>
                  <a:pt x="19759" y="107591"/>
                </a:lnTo>
                <a:cubicBezTo>
                  <a:pt x="15236" y="103067"/>
                  <a:pt x="7889" y="103067"/>
                  <a:pt x="3366" y="107591"/>
                </a:cubicBezTo>
                <a:cubicBezTo>
                  <a:pt x="-1158" y="112114"/>
                  <a:pt x="-1158" y="119461"/>
                  <a:pt x="3366" y="123984"/>
                </a:cubicBezTo>
                <a:lnTo>
                  <a:pt x="61268" y="181887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9" name="Shape 37"/>
          <p:cNvSpPr/>
          <p:nvPr/>
        </p:nvSpPr>
        <p:spPr>
          <a:xfrm>
            <a:off x="566984" y="5836597"/>
            <a:ext cx="7270731" cy="822682"/>
          </a:xfrm>
          <a:custGeom>
            <a:avLst/>
            <a:gdLst/>
            <a:ahLst/>
            <a:cxnLst/>
            <a:rect l="l" t="t" r="r" b="b"/>
            <a:pathLst>
              <a:path w="7270731" h="822682">
                <a:moveTo>
                  <a:pt x="111177" y="0"/>
                </a:moveTo>
                <a:lnTo>
                  <a:pt x="7159553" y="0"/>
                </a:lnTo>
                <a:cubicBezTo>
                  <a:pt x="7220955" y="0"/>
                  <a:pt x="7270731" y="49776"/>
                  <a:pt x="7270731" y="111177"/>
                </a:cubicBezTo>
                <a:lnTo>
                  <a:pt x="7270731" y="711505"/>
                </a:lnTo>
                <a:cubicBezTo>
                  <a:pt x="7270731" y="772906"/>
                  <a:pt x="7220955" y="822682"/>
                  <a:pt x="7159553" y="822682"/>
                </a:cubicBezTo>
                <a:lnTo>
                  <a:pt x="111177" y="822682"/>
                </a:lnTo>
                <a:cubicBezTo>
                  <a:pt x="49776" y="822682"/>
                  <a:pt x="0" y="772906"/>
                  <a:pt x="0" y="711505"/>
                </a:cubicBezTo>
                <a:lnTo>
                  <a:pt x="0" y="111177"/>
                </a:lnTo>
                <a:cubicBezTo>
                  <a:pt x="0" y="49817"/>
                  <a:pt x="49817" y="0"/>
                  <a:pt x="11117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8920" y="5988532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111175" y="0"/>
                </a:moveTo>
                <a:lnTo>
                  <a:pt x="407633" y="0"/>
                </a:lnTo>
                <a:cubicBezTo>
                  <a:pt x="469034" y="0"/>
                  <a:pt x="518809" y="49775"/>
                  <a:pt x="518809" y="111175"/>
                </a:cubicBezTo>
                <a:lnTo>
                  <a:pt x="518809" y="407633"/>
                </a:lnTo>
                <a:cubicBezTo>
                  <a:pt x="518809" y="469034"/>
                  <a:pt x="469034" y="518809"/>
                  <a:pt x="407633" y="518809"/>
                </a:cubicBezTo>
                <a:lnTo>
                  <a:pt x="111175" y="518809"/>
                </a:lnTo>
                <a:cubicBezTo>
                  <a:pt x="49816" y="518809"/>
                  <a:pt x="0" y="468992"/>
                  <a:pt x="0" y="407633"/>
                </a:cubicBezTo>
                <a:lnTo>
                  <a:pt x="0" y="111175"/>
                </a:lnTo>
                <a:cubicBezTo>
                  <a:pt x="0" y="49816"/>
                  <a:pt x="49816" y="0"/>
                  <a:pt x="111175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81048" y="6136763"/>
            <a:ext cx="194553" cy="222347"/>
          </a:xfrm>
          <a:custGeom>
            <a:avLst/>
            <a:gdLst/>
            <a:ahLst/>
            <a:cxnLst/>
            <a:rect l="l" t="t" r="r" b="b"/>
            <a:pathLst>
              <a:path w="194553" h="222347">
                <a:moveTo>
                  <a:pt x="194553" y="89373"/>
                </a:moveTo>
                <a:cubicBezTo>
                  <a:pt x="188126" y="93629"/>
                  <a:pt x="180743" y="97059"/>
                  <a:pt x="173057" y="99795"/>
                </a:cubicBezTo>
                <a:cubicBezTo>
                  <a:pt x="152646" y="107091"/>
                  <a:pt x="125852" y="111173"/>
                  <a:pt x="97277" y="111173"/>
                </a:cubicBezTo>
                <a:cubicBezTo>
                  <a:pt x="68702" y="111173"/>
                  <a:pt x="41864" y="107048"/>
                  <a:pt x="21496" y="99795"/>
                </a:cubicBezTo>
                <a:cubicBezTo>
                  <a:pt x="13853" y="97059"/>
                  <a:pt x="6427" y="93629"/>
                  <a:pt x="0" y="89373"/>
                </a:cubicBezTo>
                <a:lnTo>
                  <a:pt x="0" y="125070"/>
                </a:lnTo>
                <a:cubicBezTo>
                  <a:pt x="0" y="144265"/>
                  <a:pt x="43557" y="159812"/>
                  <a:pt x="97277" y="159812"/>
                </a:cubicBezTo>
                <a:cubicBezTo>
                  <a:pt x="150996" y="159812"/>
                  <a:pt x="194553" y="144265"/>
                  <a:pt x="194553" y="125070"/>
                </a:cubicBezTo>
                <a:lnTo>
                  <a:pt x="194553" y="89373"/>
                </a:lnTo>
                <a:close/>
                <a:moveTo>
                  <a:pt x="194553" y="55587"/>
                </a:moveTo>
                <a:lnTo>
                  <a:pt x="194553" y="34742"/>
                </a:lnTo>
                <a:cubicBezTo>
                  <a:pt x="194553" y="15547"/>
                  <a:pt x="150996" y="0"/>
                  <a:pt x="97277" y="0"/>
                </a:cubicBezTo>
                <a:cubicBezTo>
                  <a:pt x="43557" y="0"/>
                  <a:pt x="0" y="15547"/>
                  <a:pt x="0" y="34742"/>
                </a:cubicBezTo>
                <a:lnTo>
                  <a:pt x="0" y="55587"/>
                </a:lnTo>
                <a:cubicBezTo>
                  <a:pt x="0" y="74781"/>
                  <a:pt x="43557" y="90328"/>
                  <a:pt x="97277" y="90328"/>
                </a:cubicBezTo>
                <a:cubicBezTo>
                  <a:pt x="150996" y="90328"/>
                  <a:pt x="194553" y="74781"/>
                  <a:pt x="194553" y="55587"/>
                </a:cubicBezTo>
                <a:close/>
                <a:moveTo>
                  <a:pt x="173057" y="169279"/>
                </a:moveTo>
                <a:cubicBezTo>
                  <a:pt x="152690" y="176531"/>
                  <a:pt x="125895" y="180657"/>
                  <a:pt x="97277" y="180657"/>
                </a:cubicBezTo>
                <a:cubicBezTo>
                  <a:pt x="68658" y="180657"/>
                  <a:pt x="41864" y="176531"/>
                  <a:pt x="21496" y="169279"/>
                </a:cubicBezTo>
                <a:cubicBezTo>
                  <a:pt x="13853" y="166543"/>
                  <a:pt x="6427" y="163112"/>
                  <a:pt x="0" y="158856"/>
                </a:cubicBezTo>
                <a:lnTo>
                  <a:pt x="0" y="187605"/>
                </a:lnTo>
                <a:cubicBezTo>
                  <a:pt x="0" y="206800"/>
                  <a:pt x="43557" y="222347"/>
                  <a:pt x="97277" y="222347"/>
                </a:cubicBezTo>
                <a:cubicBezTo>
                  <a:pt x="150996" y="222347"/>
                  <a:pt x="194553" y="206800"/>
                  <a:pt x="194553" y="187605"/>
                </a:cubicBezTo>
                <a:lnTo>
                  <a:pt x="194553" y="158856"/>
                </a:lnTo>
                <a:cubicBezTo>
                  <a:pt x="188126" y="163112"/>
                  <a:pt x="180743" y="166543"/>
                  <a:pt x="173057" y="16927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1385960" y="6007060"/>
            <a:ext cx="531778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385960" y="6303522"/>
            <a:ext cx="529925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+ MongoDB + Redis Cache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772304" y="6136763"/>
            <a:ext cx="352049" cy="222347"/>
          </a:xfrm>
          <a:custGeom>
            <a:avLst/>
            <a:gdLst/>
            <a:ahLst/>
            <a:cxnLst/>
            <a:rect l="l" t="t" r="r" b="b"/>
            <a:pathLst>
              <a:path w="352049" h="222347">
                <a:moveTo>
                  <a:pt x="37058" y="0"/>
                </a:moveTo>
                <a:lnTo>
                  <a:pt x="314990" y="0"/>
                </a:lnTo>
                <a:cubicBezTo>
                  <a:pt x="335457" y="0"/>
                  <a:pt x="352049" y="16592"/>
                  <a:pt x="352049" y="37058"/>
                </a:cubicBezTo>
                <a:lnTo>
                  <a:pt x="352049" y="185288"/>
                </a:lnTo>
                <a:cubicBezTo>
                  <a:pt x="352049" y="205755"/>
                  <a:pt x="335457" y="222347"/>
                  <a:pt x="314990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772304" y="6136763"/>
            <a:ext cx="407635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194415" y="6136763"/>
            <a:ext cx="491015" cy="222347"/>
          </a:xfrm>
          <a:custGeom>
            <a:avLst/>
            <a:gdLst/>
            <a:ahLst/>
            <a:cxnLst/>
            <a:rect l="l" t="t" r="r" b="b"/>
            <a:pathLst>
              <a:path w="491015" h="222347">
                <a:moveTo>
                  <a:pt x="37058" y="0"/>
                </a:moveTo>
                <a:lnTo>
                  <a:pt x="453957" y="0"/>
                </a:lnTo>
                <a:cubicBezTo>
                  <a:pt x="474424" y="0"/>
                  <a:pt x="491015" y="16592"/>
                  <a:pt x="491015" y="37058"/>
                </a:cubicBezTo>
                <a:lnTo>
                  <a:pt x="491015" y="185288"/>
                </a:lnTo>
                <a:cubicBezTo>
                  <a:pt x="491015" y="205755"/>
                  <a:pt x="474424" y="222347"/>
                  <a:pt x="453957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194415" y="6136763"/>
            <a:ext cx="546602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NoSQL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83278" y="1523074"/>
            <a:ext cx="3629807" cy="1823241"/>
          </a:xfrm>
          <a:custGeom>
            <a:avLst/>
            <a:gdLst/>
            <a:ahLst/>
            <a:cxnLst/>
            <a:rect l="l" t="t" r="r" b="b"/>
            <a:pathLst>
              <a:path w="3629807" h="1823241">
                <a:moveTo>
                  <a:pt x="148230" y="0"/>
                </a:moveTo>
                <a:lnTo>
                  <a:pt x="3481577" y="0"/>
                </a:lnTo>
                <a:cubicBezTo>
                  <a:pt x="3563442" y="0"/>
                  <a:pt x="3629807" y="66365"/>
                  <a:pt x="3629807" y="148230"/>
                </a:cubicBezTo>
                <a:lnTo>
                  <a:pt x="3629807" y="1675012"/>
                </a:lnTo>
                <a:cubicBezTo>
                  <a:pt x="3629807" y="1756877"/>
                  <a:pt x="3563442" y="1823241"/>
                  <a:pt x="3481577" y="1823241"/>
                </a:cubicBezTo>
                <a:lnTo>
                  <a:pt x="148230" y="1823241"/>
                </a:lnTo>
                <a:cubicBezTo>
                  <a:pt x="66365" y="1823241"/>
                  <a:pt x="0" y="1756877"/>
                  <a:pt x="0" y="1675012"/>
                </a:cubicBezTo>
                <a:lnTo>
                  <a:pt x="0" y="148230"/>
                </a:lnTo>
                <a:cubicBezTo>
                  <a:pt x="0" y="66365"/>
                  <a:pt x="66365" y="0"/>
                  <a:pt x="14823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58376" y="1721335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83380" y="0"/>
                </a:moveTo>
                <a:cubicBezTo>
                  <a:pt x="84878" y="0"/>
                  <a:pt x="86376" y="326"/>
                  <a:pt x="87744" y="945"/>
                </a:cubicBezTo>
                <a:lnTo>
                  <a:pt x="149107" y="26968"/>
                </a:lnTo>
                <a:cubicBezTo>
                  <a:pt x="156272" y="29997"/>
                  <a:pt x="161614" y="37065"/>
                  <a:pt x="161581" y="45598"/>
                </a:cubicBezTo>
                <a:cubicBezTo>
                  <a:pt x="161418" y="77908"/>
                  <a:pt x="148130" y="137023"/>
                  <a:pt x="92011" y="163894"/>
                </a:cubicBezTo>
                <a:cubicBezTo>
                  <a:pt x="86572" y="166499"/>
                  <a:pt x="80253" y="166499"/>
                  <a:pt x="74814" y="163894"/>
                </a:cubicBezTo>
                <a:cubicBezTo>
                  <a:pt x="18663" y="137023"/>
                  <a:pt x="5407" y="77908"/>
                  <a:pt x="5244" y="45598"/>
                </a:cubicBezTo>
                <a:cubicBezTo>
                  <a:pt x="5211" y="37065"/>
                  <a:pt x="10553" y="29997"/>
                  <a:pt x="17718" y="26968"/>
                </a:cubicBezTo>
                <a:lnTo>
                  <a:pt x="79048" y="945"/>
                </a:lnTo>
                <a:cubicBezTo>
                  <a:pt x="80416" y="326"/>
                  <a:pt x="81882" y="0"/>
                  <a:pt x="83380" y="0"/>
                </a:cubicBezTo>
                <a:close/>
                <a:moveTo>
                  <a:pt x="83380" y="21757"/>
                </a:moveTo>
                <a:lnTo>
                  <a:pt x="83380" y="144905"/>
                </a:lnTo>
                <a:cubicBezTo>
                  <a:pt x="128327" y="123148"/>
                  <a:pt x="140411" y="74944"/>
                  <a:pt x="140704" y="46087"/>
                </a:cubicBezTo>
                <a:lnTo>
                  <a:pt x="83380" y="21790"/>
                </a:lnTo>
                <a:lnTo>
                  <a:pt x="83380" y="2179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0" name="Text 48"/>
          <p:cNvSpPr/>
          <p:nvPr/>
        </p:nvSpPr>
        <p:spPr>
          <a:xfrm>
            <a:off x="8548297" y="1675013"/>
            <a:ext cx="319623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35215" y="2045591"/>
            <a:ext cx="3325933" cy="333520"/>
          </a:xfrm>
          <a:custGeom>
            <a:avLst/>
            <a:gdLst/>
            <a:ahLst/>
            <a:cxnLst/>
            <a:rect l="l" t="t" r="r" b="b"/>
            <a:pathLst>
              <a:path w="3325933" h="333520">
                <a:moveTo>
                  <a:pt x="74115" y="0"/>
                </a:moveTo>
                <a:lnTo>
                  <a:pt x="3251818" y="0"/>
                </a:lnTo>
                <a:cubicBezTo>
                  <a:pt x="3292751" y="0"/>
                  <a:pt x="3325933" y="33182"/>
                  <a:pt x="3325933" y="74115"/>
                </a:cubicBezTo>
                <a:lnTo>
                  <a:pt x="3325933" y="259405"/>
                </a:lnTo>
                <a:cubicBezTo>
                  <a:pt x="3325933" y="300337"/>
                  <a:pt x="3292751" y="333520"/>
                  <a:pt x="3251818" y="333520"/>
                </a:cubicBezTo>
                <a:lnTo>
                  <a:pt x="74115" y="333520"/>
                </a:lnTo>
                <a:cubicBezTo>
                  <a:pt x="33210" y="333520"/>
                  <a:pt x="0" y="300310"/>
                  <a:pt x="0" y="259405"/>
                </a:cubicBezTo>
                <a:lnTo>
                  <a:pt x="0" y="74115"/>
                </a:lnTo>
                <a:cubicBezTo>
                  <a:pt x="0" y="33210"/>
                  <a:pt x="33210" y="0"/>
                  <a:pt x="7411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44072" y="2147499"/>
            <a:ext cx="97277" cy="129702"/>
          </a:xfrm>
          <a:custGeom>
            <a:avLst/>
            <a:gdLst/>
            <a:ahLst/>
            <a:cxnLst/>
            <a:rect l="l" t="t" r="r" b="b"/>
            <a:pathLst>
              <a:path w="97277" h="129702">
                <a:moveTo>
                  <a:pt x="32426" y="24319"/>
                </a:moveTo>
                <a:lnTo>
                  <a:pt x="32426" y="40532"/>
                </a:lnTo>
                <a:lnTo>
                  <a:pt x="64851" y="40532"/>
                </a:lnTo>
                <a:lnTo>
                  <a:pt x="64851" y="24319"/>
                </a:lnTo>
                <a:cubicBezTo>
                  <a:pt x="64851" y="15377"/>
                  <a:pt x="57581" y="8106"/>
                  <a:pt x="48638" y="8106"/>
                </a:cubicBezTo>
                <a:cubicBezTo>
                  <a:pt x="39696" y="8106"/>
                  <a:pt x="32426" y="15377"/>
                  <a:pt x="32426" y="24319"/>
                </a:cubicBezTo>
                <a:close/>
                <a:moveTo>
                  <a:pt x="16213" y="40532"/>
                </a:moveTo>
                <a:lnTo>
                  <a:pt x="16213" y="24319"/>
                </a:lnTo>
                <a:cubicBezTo>
                  <a:pt x="16213" y="6409"/>
                  <a:pt x="30728" y="-8106"/>
                  <a:pt x="48638" y="-8106"/>
                </a:cubicBezTo>
                <a:cubicBezTo>
                  <a:pt x="66548" y="-8106"/>
                  <a:pt x="81064" y="6409"/>
                  <a:pt x="81064" y="24319"/>
                </a:cubicBezTo>
                <a:lnTo>
                  <a:pt x="81064" y="40532"/>
                </a:lnTo>
                <a:cubicBezTo>
                  <a:pt x="90006" y="40532"/>
                  <a:pt x="97277" y="47802"/>
                  <a:pt x="97277" y="56745"/>
                </a:cubicBezTo>
                <a:lnTo>
                  <a:pt x="97277" y="113489"/>
                </a:lnTo>
                <a:cubicBezTo>
                  <a:pt x="97277" y="122432"/>
                  <a:pt x="90006" y="129702"/>
                  <a:pt x="81064" y="129702"/>
                </a:cubicBezTo>
                <a:lnTo>
                  <a:pt x="16213" y="129702"/>
                </a:lnTo>
                <a:cubicBezTo>
                  <a:pt x="7270" y="129702"/>
                  <a:pt x="0" y="122432"/>
                  <a:pt x="0" y="113489"/>
                </a:cubicBezTo>
                <a:lnTo>
                  <a:pt x="0" y="56745"/>
                </a:lnTo>
                <a:cubicBezTo>
                  <a:pt x="0" y="47802"/>
                  <a:pt x="7270" y="40532"/>
                  <a:pt x="16213" y="40532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3" name="Text 51"/>
          <p:cNvSpPr/>
          <p:nvPr/>
        </p:nvSpPr>
        <p:spPr>
          <a:xfrm>
            <a:off x="8645573" y="2119706"/>
            <a:ext cx="137113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Encryption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35215" y="2453226"/>
            <a:ext cx="3325933" cy="333520"/>
          </a:xfrm>
          <a:custGeom>
            <a:avLst/>
            <a:gdLst/>
            <a:ahLst/>
            <a:cxnLst/>
            <a:rect l="l" t="t" r="r" b="b"/>
            <a:pathLst>
              <a:path w="3325933" h="333520">
                <a:moveTo>
                  <a:pt x="74115" y="0"/>
                </a:moveTo>
                <a:lnTo>
                  <a:pt x="3251818" y="0"/>
                </a:lnTo>
                <a:cubicBezTo>
                  <a:pt x="3292751" y="0"/>
                  <a:pt x="3325933" y="33182"/>
                  <a:pt x="3325933" y="74115"/>
                </a:cubicBezTo>
                <a:lnTo>
                  <a:pt x="3325933" y="259405"/>
                </a:lnTo>
                <a:cubicBezTo>
                  <a:pt x="3325933" y="300337"/>
                  <a:pt x="3292751" y="333520"/>
                  <a:pt x="3251818" y="333520"/>
                </a:cubicBezTo>
                <a:lnTo>
                  <a:pt x="74115" y="333520"/>
                </a:lnTo>
                <a:cubicBezTo>
                  <a:pt x="33210" y="333520"/>
                  <a:pt x="0" y="300310"/>
                  <a:pt x="0" y="259405"/>
                </a:cubicBezTo>
                <a:lnTo>
                  <a:pt x="0" y="74115"/>
                </a:lnTo>
                <a:cubicBezTo>
                  <a:pt x="0" y="33210"/>
                  <a:pt x="33210" y="0"/>
                  <a:pt x="7411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19753" y="2555135"/>
            <a:ext cx="145915" cy="129702"/>
          </a:xfrm>
          <a:custGeom>
            <a:avLst/>
            <a:gdLst/>
            <a:ahLst/>
            <a:cxnLst/>
            <a:rect l="l" t="t" r="r" b="b"/>
            <a:pathLst>
              <a:path w="145915" h="129702">
                <a:moveTo>
                  <a:pt x="56745" y="62824"/>
                </a:moveTo>
                <a:cubicBezTo>
                  <a:pt x="73522" y="62824"/>
                  <a:pt x="87144" y="49203"/>
                  <a:pt x="87144" y="32426"/>
                </a:cubicBezTo>
                <a:cubicBezTo>
                  <a:pt x="87144" y="15648"/>
                  <a:pt x="73522" y="2027"/>
                  <a:pt x="56745" y="2027"/>
                </a:cubicBezTo>
                <a:cubicBezTo>
                  <a:pt x="39967" y="2027"/>
                  <a:pt x="26346" y="15648"/>
                  <a:pt x="26346" y="32426"/>
                </a:cubicBezTo>
                <a:cubicBezTo>
                  <a:pt x="26346" y="49203"/>
                  <a:pt x="39967" y="62824"/>
                  <a:pt x="56745" y="62824"/>
                </a:cubicBezTo>
                <a:close/>
                <a:moveTo>
                  <a:pt x="49221" y="77011"/>
                </a:moveTo>
                <a:cubicBezTo>
                  <a:pt x="24268" y="77011"/>
                  <a:pt x="4053" y="97226"/>
                  <a:pt x="4053" y="122178"/>
                </a:cubicBezTo>
                <a:cubicBezTo>
                  <a:pt x="4053" y="126333"/>
                  <a:pt x="7422" y="129702"/>
                  <a:pt x="11577" y="129702"/>
                </a:cubicBezTo>
                <a:lnTo>
                  <a:pt x="75288" y="129702"/>
                </a:lnTo>
                <a:cubicBezTo>
                  <a:pt x="66118" y="118911"/>
                  <a:pt x="60798" y="105003"/>
                  <a:pt x="60798" y="90285"/>
                </a:cubicBezTo>
                <a:lnTo>
                  <a:pt x="60798" y="82406"/>
                </a:lnTo>
                <a:cubicBezTo>
                  <a:pt x="60798" y="80557"/>
                  <a:pt x="61051" y="78733"/>
                  <a:pt x="61533" y="77011"/>
                </a:cubicBezTo>
                <a:lnTo>
                  <a:pt x="49221" y="77011"/>
                </a:lnTo>
                <a:close/>
                <a:moveTo>
                  <a:pt x="112805" y="123749"/>
                </a:moveTo>
                <a:lnTo>
                  <a:pt x="109436" y="125345"/>
                </a:lnTo>
                <a:lnTo>
                  <a:pt x="109436" y="77695"/>
                </a:lnTo>
                <a:lnTo>
                  <a:pt x="133755" y="85801"/>
                </a:lnTo>
                <a:lnTo>
                  <a:pt x="133755" y="90766"/>
                </a:lnTo>
                <a:cubicBezTo>
                  <a:pt x="133755" y="104902"/>
                  <a:pt x="125598" y="117745"/>
                  <a:pt x="112805" y="123774"/>
                </a:cubicBezTo>
                <a:close/>
                <a:moveTo>
                  <a:pt x="106878" y="65738"/>
                </a:moveTo>
                <a:lnTo>
                  <a:pt x="78505" y="75187"/>
                </a:lnTo>
                <a:cubicBezTo>
                  <a:pt x="75187" y="76301"/>
                  <a:pt x="72957" y="79392"/>
                  <a:pt x="72957" y="82888"/>
                </a:cubicBezTo>
                <a:lnTo>
                  <a:pt x="72957" y="90766"/>
                </a:lnTo>
                <a:cubicBezTo>
                  <a:pt x="72957" y="109613"/>
                  <a:pt x="83850" y="126764"/>
                  <a:pt x="100874" y="134769"/>
                </a:cubicBezTo>
                <a:lnTo>
                  <a:pt x="105560" y="136973"/>
                </a:lnTo>
                <a:cubicBezTo>
                  <a:pt x="106776" y="137530"/>
                  <a:pt x="108094" y="137834"/>
                  <a:pt x="109411" y="137834"/>
                </a:cubicBezTo>
                <a:cubicBezTo>
                  <a:pt x="110728" y="137834"/>
                  <a:pt x="112071" y="137530"/>
                  <a:pt x="113261" y="136973"/>
                </a:cubicBezTo>
                <a:lnTo>
                  <a:pt x="117948" y="134769"/>
                </a:lnTo>
                <a:cubicBezTo>
                  <a:pt x="135022" y="126738"/>
                  <a:pt x="145915" y="109588"/>
                  <a:pt x="145915" y="90741"/>
                </a:cubicBezTo>
                <a:lnTo>
                  <a:pt x="145915" y="82862"/>
                </a:lnTo>
                <a:cubicBezTo>
                  <a:pt x="145915" y="79367"/>
                  <a:pt x="143686" y="76276"/>
                  <a:pt x="140367" y="75161"/>
                </a:cubicBezTo>
                <a:lnTo>
                  <a:pt x="111995" y="65712"/>
                </a:lnTo>
                <a:cubicBezTo>
                  <a:pt x="110323" y="65155"/>
                  <a:pt x="108524" y="65155"/>
                  <a:pt x="106878" y="65712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6" name="Text 54"/>
          <p:cNvSpPr/>
          <p:nvPr/>
        </p:nvSpPr>
        <p:spPr>
          <a:xfrm>
            <a:off x="8645573" y="2527341"/>
            <a:ext cx="113952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35215" y="2860861"/>
            <a:ext cx="3325933" cy="333520"/>
          </a:xfrm>
          <a:custGeom>
            <a:avLst/>
            <a:gdLst/>
            <a:ahLst/>
            <a:cxnLst/>
            <a:rect l="l" t="t" r="r" b="b"/>
            <a:pathLst>
              <a:path w="3325933" h="333520">
                <a:moveTo>
                  <a:pt x="74115" y="0"/>
                </a:moveTo>
                <a:lnTo>
                  <a:pt x="3251818" y="0"/>
                </a:lnTo>
                <a:cubicBezTo>
                  <a:pt x="3292751" y="0"/>
                  <a:pt x="3325933" y="33182"/>
                  <a:pt x="3325933" y="74115"/>
                </a:cubicBezTo>
                <a:lnTo>
                  <a:pt x="3325933" y="259405"/>
                </a:lnTo>
                <a:cubicBezTo>
                  <a:pt x="3325933" y="300337"/>
                  <a:pt x="3292751" y="333520"/>
                  <a:pt x="3251818" y="333520"/>
                </a:cubicBezTo>
                <a:lnTo>
                  <a:pt x="74115" y="333520"/>
                </a:lnTo>
                <a:cubicBezTo>
                  <a:pt x="33210" y="333520"/>
                  <a:pt x="0" y="300310"/>
                  <a:pt x="0" y="259405"/>
                </a:cubicBezTo>
                <a:lnTo>
                  <a:pt x="0" y="74115"/>
                </a:lnTo>
                <a:cubicBezTo>
                  <a:pt x="0" y="33210"/>
                  <a:pt x="33210" y="0"/>
                  <a:pt x="7411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419753" y="2962770"/>
            <a:ext cx="145915" cy="129702"/>
          </a:xfrm>
          <a:custGeom>
            <a:avLst/>
            <a:gdLst/>
            <a:ahLst/>
            <a:cxnLst/>
            <a:rect l="l" t="t" r="r" b="b"/>
            <a:pathLst>
              <a:path w="145915" h="129702">
                <a:moveTo>
                  <a:pt x="60595" y="-2027"/>
                </a:moveTo>
                <a:cubicBezTo>
                  <a:pt x="59050" y="-3597"/>
                  <a:pt x="56795" y="-4231"/>
                  <a:pt x="54667" y="-3648"/>
                </a:cubicBezTo>
                <a:cubicBezTo>
                  <a:pt x="52539" y="-3065"/>
                  <a:pt x="50893" y="-1419"/>
                  <a:pt x="50361" y="709"/>
                </a:cubicBezTo>
                <a:lnTo>
                  <a:pt x="46485" y="15959"/>
                </a:lnTo>
                <a:cubicBezTo>
                  <a:pt x="46206" y="17074"/>
                  <a:pt x="45066" y="17733"/>
                  <a:pt x="43977" y="17403"/>
                </a:cubicBezTo>
                <a:lnTo>
                  <a:pt x="28828" y="13148"/>
                </a:lnTo>
                <a:cubicBezTo>
                  <a:pt x="26700" y="12540"/>
                  <a:pt x="24420" y="13148"/>
                  <a:pt x="22875" y="14693"/>
                </a:cubicBezTo>
                <a:cubicBezTo>
                  <a:pt x="21330" y="16238"/>
                  <a:pt x="20722" y="18518"/>
                  <a:pt x="21330" y="20646"/>
                </a:cubicBezTo>
                <a:lnTo>
                  <a:pt x="25611" y="35795"/>
                </a:lnTo>
                <a:cubicBezTo>
                  <a:pt x="25915" y="36884"/>
                  <a:pt x="25256" y="38024"/>
                  <a:pt x="24167" y="38303"/>
                </a:cubicBezTo>
                <a:lnTo>
                  <a:pt x="8892" y="42179"/>
                </a:lnTo>
                <a:cubicBezTo>
                  <a:pt x="6764" y="42711"/>
                  <a:pt x="5092" y="44382"/>
                  <a:pt x="4509" y="46510"/>
                </a:cubicBezTo>
                <a:cubicBezTo>
                  <a:pt x="3927" y="48638"/>
                  <a:pt x="4560" y="50893"/>
                  <a:pt x="6130" y="52438"/>
                </a:cubicBezTo>
                <a:lnTo>
                  <a:pt x="17403" y="63407"/>
                </a:lnTo>
                <a:cubicBezTo>
                  <a:pt x="18214" y="64192"/>
                  <a:pt x="18214" y="65510"/>
                  <a:pt x="17403" y="66320"/>
                </a:cubicBezTo>
                <a:lnTo>
                  <a:pt x="6156" y="77289"/>
                </a:lnTo>
                <a:cubicBezTo>
                  <a:pt x="4585" y="78835"/>
                  <a:pt x="3952" y="81089"/>
                  <a:pt x="4535" y="83217"/>
                </a:cubicBezTo>
                <a:cubicBezTo>
                  <a:pt x="5117" y="85345"/>
                  <a:pt x="6789" y="86992"/>
                  <a:pt x="8917" y="87549"/>
                </a:cubicBezTo>
                <a:lnTo>
                  <a:pt x="24167" y="91425"/>
                </a:lnTo>
                <a:cubicBezTo>
                  <a:pt x="25282" y="91703"/>
                  <a:pt x="25940" y="92843"/>
                  <a:pt x="25611" y="93933"/>
                </a:cubicBezTo>
                <a:lnTo>
                  <a:pt x="21330" y="109056"/>
                </a:lnTo>
                <a:cubicBezTo>
                  <a:pt x="20722" y="111184"/>
                  <a:pt x="21330" y="113464"/>
                  <a:pt x="22875" y="115009"/>
                </a:cubicBezTo>
                <a:cubicBezTo>
                  <a:pt x="24420" y="116555"/>
                  <a:pt x="26700" y="117163"/>
                  <a:pt x="28828" y="116555"/>
                </a:cubicBezTo>
                <a:lnTo>
                  <a:pt x="43977" y="112273"/>
                </a:lnTo>
                <a:cubicBezTo>
                  <a:pt x="45066" y="111969"/>
                  <a:pt x="46206" y="112628"/>
                  <a:pt x="46485" y="113717"/>
                </a:cubicBezTo>
                <a:lnTo>
                  <a:pt x="50361" y="128967"/>
                </a:lnTo>
                <a:cubicBezTo>
                  <a:pt x="50893" y="131095"/>
                  <a:pt x="52565" y="132767"/>
                  <a:pt x="54693" y="133350"/>
                </a:cubicBezTo>
                <a:cubicBezTo>
                  <a:pt x="56821" y="133933"/>
                  <a:pt x="59075" y="133299"/>
                  <a:pt x="60621" y="131729"/>
                </a:cubicBezTo>
                <a:lnTo>
                  <a:pt x="71589" y="120456"/>
                </a:lnTo>
                <a:cubicBezTo>
                  <a:pt x="72375" y="119645"/>
                  <a:pt x="73692" y="119645"/>
                  <a:pt x="74503" y="120456"/>
                </a:cubicBezTo>
                <a:lnTo>
                  <a:pt x="85446" y="131729"/>
                </a:lnTo>
                <a:cubicBezTo>
                  <a:pt x="86992" y="133299"/>
                  <a:pt x="89246" y="133933"/>
                  <a:pt x="91374" y="133350"/>
                </a:cubicBezTo>
                <a:cubicBezTo>
                  <a:pt x="93502" y="132767"/>
                  <a:pt x="95149" y="131095"/>
                  <a:pt x="95706" y="128967"/>
                </a:cubicBezTo>
                <a:lnTo>
                  <a:pt x="99582" y="113743"/>
                </a:lnTo>
                <a:cubicBezTo>
                  <a:pt x="99861" y="112628"/>
                  <a:pt x="101000" y="111969"/>
                  <a:pt x="102090" y="112299"/>
                </a:cubicBezTo>
                <a:lnTo>
                  <a:pt x="117239" y="116580"/>
                </a:lnTo>
                <a:cubicBezTo>
                  <a:pt x="119366" y="117188"/>
                  <a:pt x="121646" y="116580"/>
                  <a:pt x="123192" y="115035"/>
                </a:cubicBezTo>
                <a:cubicBezTo>
                  <a:pt x="124737" y="113489"/>
                  <a:pt x="125345" y="111209"/>
                  <a:pt x="124737" y="109082"/>
                </a:cubicBezTo>
                <a:lnTo>
                  <a:pt x="120456" y="93933"/>
                </a:lnTo>
                <a:cubicBezTo>
                  <a:pt x="120152" y="92843"/>
                  <a:pt x="120810" y="91703"/>
                  <a:pt x="121900" y="91425"/>
                </a:cubicBezTo>
                <a:lnTo>
                  <a:pt x="137150" y="87549"/>
                </a:lnTo>
                <a:cubicBezTo>
                  <a:pt x="139278" y="87017"/>
                  <a:pt x="140950" y="85345"/>
                  <a:pt x="141532" y="83217"/>
                </a:cubicBezTo>
                <a:cubicBezTo>
                  <a:pt x="142115" y="81089"/>
                  <a:pt x="141482" y="78809"/>
                  <a:pt x="139911" y="77289"/>
                </a:cubicBezTo>
                <a:lnTo>
                  <a:pt x="128638" y="66320"/>
                </a:lnTo>
                <a:cubicBezTo>
                  <a:pt x="127828" y="65535"/>
                  <a:pt x="127828" y="64218"/>
                  <a:pt x="128638" y="63407"/>
                </a:cubicBezTo>
                <a:lnTo>
                  <a:pt x="139911" y="52438"/>
                </a:lnTo>
                <a:cubicBezTo>
                  <a:pt x="141482" y="50893"/>
                  <a:pt x="142115" y="48638"/>
                  <a:pt x="141532" y="46510"/>
                </a:cubicBezTo>
                <a:cubicBezTo>
                  <a:pt x="140950" y="44382"/>
                  <a:pt x="139278" y="42736"/>
                  <a:pt x="137150" y="42179"/>
                </a:cubicBezTo>
                <a:lnTo>
                  <a:pt x="121900" y="38303"/>
                </a:lnTo>
                <a:cubicBezTo>
                  <a:pt x="120785" y="38024"/>
                  <a:pt x="120126" y="36884"/>
                  <a:pt x="120456" y="35795"/>
                </a:cubicBezTo>
                <a:lnTo>
                  <a:pt x="124737" y="20646"/>
                </a:lnTo>
                <a:cubicBezTo>
                  <a:pt x="125345" y="18518"/>
                  <a:pt x="124737" y="16238"/>
                  <a:pt x="123192" y="14693"/>
                </a:cubicBezTo>
                <a:cubicBezTo>
                  <a:pt x="121646" y="13148"/>
                  <a:pt x="119366" y="12540"/>
                  <a:pt x="117239" y="13148"/>
                </a:cubicBezTo>
                <a:lnTo>
                  <a:pt x="102090" y="17429"/>
                </a:lnTo>
                <a:cubicBezTo>
                  <a:pt x="101000" y="17733"/>
                  <a:pt x="99861" y="17074"/>
                  <a:pt x="99582" y="15985"/>
                </a:cubicBezTo>
                <a:lnTo>
                  <a:pt x="95706" y="709"/>
                </a:lnTo>
                <a:cubicBezTo>
                  <a:pt x="95174" y="-1419"/>
                  <a:pt x="93502" y="-3091"/>
                  <a:pt x="91374" y="-3673"/>
                </a:cubicBezTo>
                <a:cubicBezTo>
                  <a:pt x="89246" y="-4256"/>
                  <a:pt x="86992" y="-3623"/>
                  <a:pt x="85446" y="-2052"/>
                </a:cubicBezTo>
                <a:lnTo>
                  <a:pt x="74477" y="9246"/>
                </a:lnTo>
                <a:cubicBezTo>
                  <a:pt x="73692" y="10057"/>
                  <a:pt x="72375" y="10057"/>
                  <a:pt x="71564" y="9246"/>
                </a:cubicBezTo>
                <a:lnTo>
                  <a:pt x="60595" y="-2027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9" name="Text 57"/>
          <p:cNvSpPr/>
          <p:nvPr/>
        </p:nvSpPr>
        <p:spPr>
          <a:xfrm>
            <a:off x="8645573" y="2934977"/>
            <a:ext cx="100982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OAuth 2.0 + JWT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183278" y="3464901"/>
            <a:ext cx="3629807" cy="1823241"/>
          </a:xfrm>
          <a:custGeom>
            <a:avLst/>
            <a:gdLst/>
            <a:ahLst/>
            <a:cxnLst/>
            <a:rect l="l" t="t" r="r" b="b"/>
            <a:pathLst>
              <a:path w="3629807" h="1823241">
                <a:moveTo>
                  <a:pt x="148230" y="0"/>
                </a:moveTo>
                <a:lnTo>
                  <a:pt x="3481577" y="0"/>
                </a:lnTo>
                <a:cubicBezTo>
                  <a:pt x="3563442" y="0"/>
                  <a:pt x="3629807" y="66365"/>
                  <a:pt x="3629807" y="148230"/>
                </a:cubicBezTo>
                <a:lnTo>
                  <a:pt x="3629807" y="1675012"/>
                </a:lnTo>
                <a:cubicBezTo>
                  <a:pt x="3629807" y="1756877"/>
                  <a:pt x="3563442" y="1823241"/>
                  <a:pt x="3481577" y="1823241"/>
                </a:cubicBezTo>
                <a:lnTo>
                  <a:pt x="148230" y="1823241"/>
                </a:lnTo>
                <a:cubicBezTo>
                  <a:pt x="66365" y="1823241"/>
                  <a:pt x="0" y="1756877"/>
                  <a:pt x="0" y="1675012"/>
                </a:cubicBezTo>
                <a:lnTo>
                  <a:pt x="0" y="148230"/>
                </a:lnTo>
                <a:cubicBezTo>
                  <a:pt x="0" y="66365"/>
                  <a:pt x="66365" y="0"/>
                  <a:pt x="14823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47953" y="3663158"/>
            <a:ext cx="187605" cy="166760"/>
          </a:xfrm>
          <a:custGeom>
            <a:avLst/>
            <a:gdLst/>
            <a:ahLst/>
            <a:cxnLst/>
            <a:rect l="l" t="t" r="r" b="b"/>
            <a:pathLst>
              <a:path w="187605" h="166760">
                <a:moveTo>
                  <a:pt x="0" y="109436"/>
                </a:moveTo>
                <a:cubicBezTo>
                  <a:pt x="0" y="135330"/>
                  <a:pt x="21008" y="156337"/>
                  <a:pt x="46901" y="156337"/>
                </a:cubicBezTo>
                <a:lnTo>
                  <a:pt x="145915" y="156337"/>
                </a:lnTo>
                <a:cubicBezTo>
                  <a:pt x="168942" y="156337"/>
                  <a:pt x="187605" y="137675"/>
                  <a:pt x="187605" y="114647"/>
                </a:cubicBezTo>
                <a:cubicBezTo>
                  <a:pt x="187605" y="97841"/>
                  <a:pt x="177671" y="83347"/>
                  <a:pt x="163340" y="76768"/>
                </a:cubicBezTo>
                <a:cubicBezTo>
                  <a:pt x="165522" y="72501"/>
                  <a:pt x="166760" y="67648"/>
                  <a:pt x="166760" y="62535"/>
                </a:cubicBezTo>
                <a:cubicBezTo>
                  <a:pt x="166760" y="45273"/>
                  <a:pt x="152755" y="31267"/>
                  <a:pt x="135492" y="31267"/>
                </a:cubicBezTo>
                <a:cubicBezTo>
                  <a:pt x="129727" y="31267"/>
                  <a:pt x="124353" y="32831"/>
                  <a:pt x="119728" y="35534"/>
                </a:cubicBezTo>
                <a:cubicBezTo>
                  <a:pt x="111879" y="20617"/>
                  <a:pt x="96213" y="10422"/>
                  <a:pt x="78169" y="10422"/>
                </a:cubicBezTo>
                <a:cubicBezTo>
                  <a:pt x="52275" y="10422"/>
                  <a:pt x="31267" y="31430"/>
                  <a:pt x="31267" y="57324"/>
                </a:cubicBezTo>
                <a:cubicBezTo>
                  <a:pt x="31267" y="59929"/>
                  <a:pt x="31495" y="62502"/>
                  <a:pt x="31886" y="64978"/>
                </a:cubicBezTo>
                <a:cubicBezTo>
                  <a:pt x="13354" y="71231"/>
                  <a:pt x="0" y="88787"/>
                  <a:pt x="0" y="10943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2" name="Text 60"/>
          <p:cNvSpPr/>
          <p:nvPr/>
        </p:nvSpPr>
        <p:spPr>
          <a:xfrm>
            <a:off x="8548297" y="3616836"/>
            <a:ext cx="319623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Infrastructure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35215" y="3987413"/>
            <a:ext cx="3325933" cy="333520"/>
          </a:xfrm>
          <a:custGeom>
            <a:avLst/>
            <a:gdLst/>
            <a:ahLst/>
            <a:cxnLst/>
            <a:rect l="l" t="t" r="r" b="b"/>
            <a:pathLst>
              <a:path w="3325933" h="333520">
                <a:moveTo>
                  <a:pt x="74115" y="0"/>
                </a:moveTo>
                <a:lnTo>
                  <a:pt x="3251818" y="0"/>
                </a:lnTo>
                <a:cubicBezTo>
                  <a:pt x="3292751" y="0"/>
                  <a:pt x="3325933" y="33182"/>
                  <a:pt x="3325933" y="74115"/>
                </a:cubicBezTo>
                <a:lnTo>
                  <a:pt x="3325933" y="259405"/>
                </a:lnTo>
                <a:cubicBezTo>
                  <a:pt x="3325933" y="300337"/>
                  <a:pt x="3292751" y="333520"/>
                  <a:pt x="3251818" y="333520"/>
                </a:cubicBezTo>
                <a:lnTo>
                  <a:pt x="74115" y="333520"/>
                </a:lnTo>
                <a:cubicBezTo>
                  <a:pt x="33210" y="333520"/>
                  <a:pt x="0" y="300310"/>
                  <a:pt x="0" y="259405"/>
                </a:cubicBezTo>
                <a:lnTo>
                  <a:pt x="0" y="74115"/>
                </a:lnTo>
                <a:cubicBezTo>
                  <a:pt x="0" y="33210"/>
                  <a:pt x="33210" y="0"/>
                  <a:pt x="7411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435965" y="4089322"/>
            <a:ext cx="113489" cy="129702"/>
          </a:xfrm>
          <a:custGeom>
            <a:avLst/>
            <a:gdLst/>
            <a:ahLst/>
            <a:cxnLst/>
            <a:rect l="l" t="t" r="r" b="b"/>
            <a:pathLst>
              <a:path w="113489" h="129702">
                <a:moveTo>
                  <a:pt x="16213" y="8106"/>
                </a:moveTo>
                <a:cubicBezTo>
                  <a:pt x="7270" y="8106"/>
                  <a:pt x="0" y="15377"/>
                  <a:pt x="0" y="24319"/>
                </a:cubicBezTo>
                <a:lnTo>
                  <a:pt x="0" y="40532"/>
                </a:lnTo>
                <a:cubicBezTo>
                  <a:pt x="0" y="49474"/>
                  <a:pt x="7270" y="56745"/>
                  <a:pt x="16213" y="56745"/>
                </a:cubicBezTo>
                <a:lnTo>
                  <a:pt x="97277" y="56745"/>
                </a:lnTo>
                <a:cubicBezTo>
                  <a:pt x="106219" y="56745"/>
                  <a:pt x="113489" y="49474"/>
                  <a:pt x="113489" y="40532"/>
                </a:cubicBezTo>
                <a:lnTo>
                  <a:pt x="113489" y="24319"/>
                </a:lnTo>
                <a:cubicBezTo>
                  <a:pt x="113489" y="15377"/>
                  <a:pt x="106219" y="8106"/>
                  <a:pt x="97277" y="8106"/>
                </a:cubicBezTo>
                <a:lnTo>
                  <a:pt x="16213" y="8106"/>
                </a:lnTo>
                <a:close/>
                <a:moveTo>
                  <a:pt x="70931" y="26346"/>
                </a:moveTo>
                <a:cubicBezTo>
                  <a:pt x="74286" y="26346"/>
                  <a:pt x="77011" y="29070"/>
                  <a:pt x="77011" y="32426"/>
                </a:cubicBezTo>
                <a:cubicBezTo>
                  <a:pt x="77011" y="35781"/>
                  <a:pt x="74286" y="38505"/>
                  <a:pt x="70931" y="38505"/>
                </a:cubicBezTo>
                <a:cubicBezTo>
                  <a:pt x="67575" y="38505"/>
                  <a:pt x="64851" y="35781"/>
                  <a:pt x="64851" y="32426"/>
                </a:cubicBezTo>
                <a:cubicBezTo>
                  <a:pt x="64851" y="29070"/>
                  <a:pt x="67575" y="26346"/>
                  <a:pt x="70931" y="26346"/>
                </a:cubicBezTo>
                <a:close/>
                <a:moveTo>
                  <a:pt x="85117" y="32426"/>
                </a:moveTo>
                <a:cubicBezTo>
                  <a:pt x="85117" y="29070"/>
                  <a:pt x="87841" y="26346"/>
                  <a:pt x="91197" y="26346"/>
                </a:cubicBezTo>
                <a:cubicBezTo>
                  <a:pt x="94552" y="26346"/>
                  <a:pt x="97277" y="29070"/>
                  <a:pt x="97277" y="32426"/>
                </a:cubicBezTo>
                <a:cubicBezTo>
                  <a:pt x="97277" y="35781"/>
                  <a:pt x="94552" y="38505"/>
                  <a:pt x="91197" y="38505"/>
                </a:cubicBezTo>
                <a:cubicBezTo>
                  <a:pt x="87841" y="38505"/>
                  <a:pt x="85117" y="35781"/>
                  <a:pt x="85117" y="32426"/>
                </a:cubicBezTo>
                <a:close/>
                <a:moveTo>
                  <a:pt x="16213" y="72957"/>
                </a:moveTo>
                <a:cubicBezTo>
                  <a:pt x="7270" y="72957"/>
                  <a:pt x="0" y="80228"/>
                  <a:pt x="0" y="89170"/>
                </a:cubicBezTo>
                <a:lnTo>
                  <a:pt x="0" y="105383"/>
                </a:lnTo>
                <a:cubicBezTo>
                  <a:pt x="0" y="114325"/>
                  <a:pt x="7270" y="121596"/>
                  <a:pt x="16213" y="121596"/>
                </a:cubicBezTo>
                <a:lnTo>
                  <a:pt x="97277" y="121596"/>
                </a:lnTo>
                <a:cubicBezTo>
                  <a:pt x="106219" y="121596"/>
                  <a:pt x="113489" y="114325"/>
                  <a:pt x="113489" y="105383"/>
                </a:cubicBezTo>
                <a:lnTo>
                  <a:pt x="113489" y="89170"/>
                </a:lnTo>
                <a:cubicBezTo>
                  <a:pt x="113489" y="80228"/>
                  <a:pt x="106219" y="72957"/>
                  <a:pt x="97277" y="72957"/>
                </a:cubicBezTo>
                <a:lnTo>
                  <a:pt x="16213" y="72957"/>
                </a:lnTo>
                <a:close/>
                <a:moveTo>
                  <a:pt x="70931" y="91197"/>
                </a:moveTo>
                <a:cubicBezTo>
                  <a:pt x="74286" y="91197"/>
                  <a:pt x="77011" y="93921"/>
                  <a:pt x="77011" y="97277"/>
                </a:cubicBezTo>
                <a:cubicBezTo>
                  <a:pt x="77011" y="100632"/>
                  <a:pt x="74286" y="103356"/>
                  <a:pt x="70931" y="103356"/>
                </a:cubicBezTo>
                <a:cubicBezTo>
                  <a:pt x="67575" y="103356"/>
                  <a:pt x="64851" y="100632"/>
                  <a:pt x="64851" y="97277"/>
                </a:cubicBezTo>
                <a:cubicBezTo>
                  <a:pt x="64851" y="93921"/>
                  <a:pt x="67575" y="91197"/>
                  <a:pt x="70931" y="91197"/>
                </a:cubicBezTo>
                <a:close/>
                <a:moveTo>
                  <a:pt x="85117" y="97277"/>
                </a:moveTo>
                <a:cubicBezTo>
                  <a:pt x="85117" y="93921"/>
                  <a:pt x="87841" y="91197"/>
                  <a:pt x="91197" y="91197"/>
                </a:cubicBezTo>
                <a:cubicBezTo>
                  <a:pt x="94552" y="91197"/>
                  <a:pt x="97277" y="93921"/>
                  <a:pt x="97277" y="97277"/>
                </a:cubicBezTo>
                <a:cubicBezTo>
                  <a:pt x="97277" y="100632"/>
                  <a:pt x="94552" y="103356"/>
                  <a:pt x="91197" y="103356"/>
                </a:cubicBezTo>
                <a:cubicBezTo>
                  <a:pt x="87841" y="103356"/>
                  <a:pt x="85117" y="100632"/>
                  <a:pt x="85117" y="97277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5" name="Text 63"/>
          <p:cNvSpPr/>
          <p:nvPr/>
        </p:nvSpPr>
        <p:spPr>
          <a:xfrm>
            <a:off x="8645573" y="4061529"/>
            <a:ext cx="115805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/ Azure / GCP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335215" y="4395048"/>
            <a:ext cx="3325933" cy="333520"/>
          </a:xfrm>
          <a:custGeom>
            <a:avLst/>
            <a:gdLst/>
            <a:ahLst/>
            <a:cxnLst/>
            <a:rect l="l" t="t" r="r" b="b"/>
            <a:pathLst>
              <a:path w="3325933" h="333520">
                <a:moveTo>
                  <a:pt x="74115" y="0"/>
                </a:moveTo>
                <a:lnTo>
                  <a:pt x="3251818" y="0"/>
                </a:lnTo>
                <a:cubicBezTo>
                  <a:pt x="3292751" y="0"/>
                  <a:pt x="3325933" y="33182"/>
                  <a:pt x="3325933" y="74115"/>
                </a:cubicBezTo>
                <a:lnTo>
                  <a:pt x="3325933" y="259405"/>
                </a:lnTo>
                <a:cubicBezTo>
                  <a:pt x="3325933" y="300337"/>
                  <a:pt x="3292751" y="333520"/>
                  <a:pt x="3251818" y="333520"/>
                </a:cubicBezTo>
                <a:lnTo>
                  <a:pt x="74115" y="333520"/>
                </a:lnTo>
                <a:cubicBezTo>
                  <a:pt x="33210" y="333520"/>
                  <a:pt x="0" y="300310"/>
                  <a:pt x="0" y="259405"/>
                </a:cubicBezTo>
                <a:lnTo>
                  <a:pt x="0" y="74115"/>
                </a:lnTo>
                <a:cubicBezTo>
                  <a:pt x="0" y="33210"/>
                  <a:pt x="33210" y="0"/>
                  <a:pt x="7411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435965" y="4496957"/>
            <a:ext cx="113489" cy="129702"/>
          </a:xfrm>
          <a:custGeom>
            <a:avLst/>
            <a:gdLst/>
            <a:ahLst/>
            <a:cxnLst/>
            <a:rect l="l" t="t" r="r" b="b"/>
            <a:pathLst>
              <a:path w="113489" h="129702">
                <a:moveTo>
                  <a:pt x="42559" y="8106"/>
                </a:moveTo>
                <a:lnTo>
                  <a:pt x="6080" y="8106"/>
                </a:lnTo>
                <a:cubicBezTo>
                  <a:pt x="2711" y="8106"/>
                  <a:pt x="0" y="10817"/>
                  <a:pt x="0" y="14186"/>
                </a:cubicBezTo>
                <a:lnTo>
                  <a:pt x="0" y="50665"/>
                </a:lnTo>
                <a:cubicBezTo>
                  <a:pt x="0" y="53122"/>
                  <a:pt x="1469" y="55351"/>
                  <a:pt x="3749" y="56289"/>
                </a:cubicBezTo>
                <a:cubicBezTo>
                  <a:pt x="6029" y="57226"/>
                  <a:pt x="8638" y="56694"/>
                  <a:pt x="10386" y="54971"/>
                </a:cubicBezTo>
                <a:lnTo>
                  <a:pt x="20519" y="44838"/>
                </a:lnTo>
                <a:lnTo>
                  <a:pt x="40532" y="64851"/>
                </a:lnTo>
                <a:lnTo>
                  <a:pt x="20519" y="84864"/>
                </a:lnTo>
                <a:lnTo>
                  <a:pt x="10386" y="74731"/>
                </a:lnTo>
                <a:cubicBezTo>
                  <a:pt x="8638" y="72983"/>
                  <a:pt x="6029" y="72476"/>
                  <a:pt x="3749" y="73413"/>
                </a:cubicBezTo>
                <a:cubicBezTo>
                  <a:pt x="1469" y="74351"/>
                  <a:pt x="0" y="76580"/>
                  <a:pt x="0" y="79037"/>
                </a:cubicBezTo>
                <a:lnTo>
                  <a:pt x="0" y="115516"/>
                </a:lnTo>
                <a:cubicBezTo>
                  <a:pt x="0" y="118885"/>
                  <a:pt x="2711" y="121596"/>
                  <a:pt x="6080" y="121596"/>
                </a:cubicBezTo>
                <a:lnTo>
                  <a:pt x="42559" y="121596"/>
                </a:lnTo>
                <a:cubicBezTo>
                  <a:pt x="45016" y="121596"/>
                  <a:pt x="47245" y="120126"/>
                  <a:pt x="48182" y="117847"/>
                </a:cubicBezTo>
                <a:cubicBezTo>
                  <a:pt x="49120" y="115567"/>
                  <a:pt x="48613" y="112957"/>
                  <a:pt x="46865" y="111209"/>
                </a:cubicBezTo>
                <a:lnTo>
                  <a:pt x="36732" y="101076"/>
                </a:lnTo>
                <a:lnTo>
                  <a:pt x="56745" y="81064"/>
                </a:lnTo>
                <a:lnTo>
                  <a:pt x="76757" y="101076"/>
                </a:lnTo>
                <a:lnTo>
                  <a:pt x="66624" y="111209"/>
                </a:lnTo>
                <a:cubicBezTo>
                  <a:pt x="64876" y="112957"/>
                  <a:pt x="64370" y="115567"/>
                  <a:pt x="65307" y="117847"/>
                </a:cubicBezTo>
                <a:cubicBezTo>
                  <a:pt x="66244" y="120126"/>
                  <a:pt x="68474" y="121596"/>
                  <a:pt x="70931" y="121596"/>
                </a:cubicBezTo>
                <a:lnTo>
                  <a:pt x="107410" y="121596"/>
                </a:lnTo>
                <a:cubicBezTo>
                  <a:pt x="110779" y="121596"/>
                  <a:pt x="113489" y="118885"/>
                  <a:pt x="113489" y="115516"/>
                </a:cubicBezTo>
                <a:lnTo>
                  <a:pt x="113489" y="79037"/>
                </a:lnTo>
                <a:cubicBezTo>
                  <a:pt x="113489" y="76580"/>
                  <a:pt x="112020" y="74351"/>
                  <a:pt x="109740" y="73413"/>
                </a:cubicBezTo>
                <a:cubicBezTo>
                  <a:pt x="107460" y="72476"/>
                  <a:pt x="104851" y="72983"/>
                  <a:pt x="103103" y="74731"/>
                </a:cubicBezTo>
                <a:lnTo>
                  <a:pt x="92970" y="84864"/>
                </a:lnTo>
                <a:lnTo>
                  <a:pt x="72957" y="64851"/>
                </a:lnTo>
                <a:lnTo>
                  <a:pt x="92970" y="44838"/>
                </a:lnTo>
                <a:lnTo>
                  <a:pt x="103103" y="54971"/>
                </a:lnTo>
                <a:cubicBezTo>
                  <a:pt x="104851" y="56719"/>
                  <a:pt x="107460" y="57226"/>
                  <a:pt x="109740" y="56289"/>
                </a:cubicBezTo>
                <a:cubicBezTo>
                  <a:pt x="112020" y="55351"/>
                  <a:pt x="113489" y="53122"/>
                  <a:pt x="113489" y="50665"/>
                </a:cubicBezTo>
                <a:lnTo>
                  <a:pt x="113489" y="14186"/>
                </a:lnTo>
                <a:cubicBezTo>
                  <a:pt x="113489" y="10817"/>
                  <a:pt x="110779" y="8106"/>
                  <a:pt x="107410" y="8106"/>
                </a:cubicBezTo>
                <a:lnTo>
                  <a:pt x="70931" y="8106"/>
                </a:lnTo>
                <a:cubicBezTo>
                  <a:pt x="68474" y="8106"/>
                  <a:pt x="66244" y="9576"/>
                  <a:pt x="65307" y="11856"/>
                </a:cubicBezTo>
                <a:cubicBezTo>
                  <a:pt x="64370" y="14136"/>
                  <a:pt x="64902" y="16745"/>
                  <a:pt x="66624" y="18493"/>
                </a:cubicBezTo>
                <a:lnTo>
                  <a:pt x="76757" y="28626"/>
                </a:lnTo>
                <a:lnTo>
                  <a:pt x="56745" y="48638"/>
                </a:lnTo>
                <a:lnTo>
                  <a:pt x="36732" y="28626"/>
                </a:lnTo>
                <a:lnTo>
                  <a:pt x="46865" y="18493"/>
                </a:lnTo>
                <a:cubicBezTo>
                  <a:pt x="48613" y="16745"/>
                  <a:pt x="49120" y="14136"/>
                  <a:pt x="48182" y="11856"/>
                </a:cubicBezTo>
                <a:cubicBezTo>
                  <a:pt x="47245" y="9576"/>
                  <a:pt x="45016" y="8106"/>
                  <a:pt x="42559" y="810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8" name="Text 66"/>
          <p:cNvSpPr/>
          <p:nvPr/>
        </p:nvSpPr>
        <p:spPr>
          <a:xfrm>
            <a:off x="8645573" y="4469164"/>
            <a:ext cx="79674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Auto-Scaling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335215" y="4802684"/>
            <a:ext cx="3325933" cy="333520"/>
          </a:xfrm>
          <a:custGeom>
            <a:avLst/>
            <a:gdLst/>
            <a:ahLst/>
            <a:cxnLst/>
            <a:rect l="l" t="t" r="r" b="b"/>
            <a:pathLst>
              <a:path w="3325933" h="333520">
                <a:moveTo>
                  <a:pt x="74115" y="0"/>
                </a:moveTo>
                <a:lnTo>
                  <a:pt x="3251818" y="0"/>
                </a:lnTo>
                <a:cubicBezTo>
                  <a:pt x="3292751" y="0"/>
                  <a:pt x="3325933" y="33182"/>
                  <a:pt x="3325933" y="74115"/>
                </a:cubicBezTo>
                <a:lnTo>
                  <a:pt x="3325933" y="259405"/>
                </a:lnTo>
                <a:cubicBezTo>
                  <a:pt x="3325933" y="300337"/>
                  <a:pt x="3292751" y="333520"/>
                  <a:pt x="3251818" y="333520"/>
                </a:cubicBezTo>
                <a:lnTo>
                  <a:pt x="74115" y="333520"/>
                </a:lnTo>
                <a:cubicBezTo>
                  <a:pt x="33210" y="333520"/>
                  <a:pt x="0" y="300310"/>
                  <a:pt x="0" y="259405"/>
                </a:cubicBezTo>
                <a:lnTo>
                  <a:pt x="0" y="74115"/>
                </a:lnTo>
                <a:cubicBezTo>
                  <a:pt x="0" y="33210"/>
                  <a:pt x="33210" y="0"/>
                  <a:pt x="7411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427859" y="4904592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89145" y="70931"/>
                </a:moveTo>
                <a:lnTo>
                  <a:pt x="40785" y="70931"/>
                </a:lnTo>
                <a:cubicBezTo>
                  <a:pt x="41520" y="87270"/>
                  <a:pt x="45142" y="102318"/>
                  <a:pt x="50285" y="113337"/>
                </a:cubicBezTo>
                <a:cubicBezTo>
                  <a:pt x="53173" y="119544"/>
                  <a:pt x="56289" y="123926"/>
                  <a:pt x="59177" y="126612"/>
                </a:cubicBezTo>
                <a:cubicBezTo>
                  <a:pt x="62014" y="129271"/>
                  <a:pt x="63964" y="129702"/>
                  <a:pt x="64978" y="129702"/>
                </a:cubicBezTo>
                <a:cubicBezTo>
                  <a:pt x="65991" y="129702"/>
                  <a:pt x="67942" y="129271"/>
                  <a:pt x="70779" y="126612"/>
                </a:cubicBezTo>
                <a:cubicBezTo>
                  <a:pt x="73667" y="123926"/>
                  <a:pt x="76783" y="119518"/>
                  <a:pt x="79671" y="113337"/>
                </a:cubicBezTo>
                <a:cubicBezTo>
                  <a:pt x="84813" y="102318"/>
                  <a:pt x="88436" y="87270"/>
                  <a:pt x="89170" y="70931"/>
                </a:cubicBezTo>
                <a:close/>
                <a:moveTo>
                  <a:pt x="40760" y="58771"/>
                </a:moveTo>
                <a:lnTo>
                  <a:pt x="89120" y="58771"/>
                </a:lnTo>
                <a:cubicBezTo>
                  <a:pt x="88410" y="42432"/>
                  <a:pt x="84788" y="27384"/>
                  <a:pt x="79645" y="16365"/>
                </a:cubicBezTo>
                <a:cubicBezTo>
                  <a:pt x="76757" y="10184"/>
                  <a:pt x="73641" y="5776"/>
                  <a:pt x="70754" y="3091"/>
                </a:cubicBezTo>
                <a:cubicBezTo>
                  <a:pt x="67916" y="431"/>
                  <a:pt x="65966" y="0"/>
                  <a:pt x="64952" y="0"/>
                </a:cubicBezTo>
                <a:cubicBezTo>
                  <a:pt x="63939" y="0"/>
                  <a:pt x="61988" y="431"/>
                  <a:pt x="59151" y="3091"/>
                </a:cubicBezTo>
                <a:cubicBezTo>
                  <a:pt x="56263" y="5776"/>
                  <a:pt x="53147" y="10184"/>
                  <a:pt x="50260" y="16365"/>
                </a:cubicBezTo>
                <a:cubicBezTo>
                  <a:pt x="45117" y="27384"/>
                  <a:pt x="41495" y="42432"/>
                  <a:pt x="40760" y="58771"/>
                </a:cubicBezTo>
                <a:close/>
                <a:moveTo>
                  <a:pt x="28600" y="58771"/>
                </a:moveTo>
                <a:cubicBezTo>
                  <a:pt x="29487" y="37087"/>
                  <a:pt x="35085" y="16947"/>
                  <a:pt x="43268" y="3724"/>
                </a:cubicBezTo>
                <a:cubicBezTo>
                  <a:pt x="19937" y="11982"/>
                  <a:pt x="2761" y="33236"/>
                  <a:pt x="380" y="58771"/>
                </a:cubicBezTo>
                <a:lnTo>
                  <a:pt x="28600" y="58771"/>
                </a:lnTo>
                <a:close/>
                <a:moveTo>
                  <a:pt x="380" y="70931"/>
                </a:moveTo>
                <a:cubicBezTo>
                  <a:pt x="2761" y="96466"/>
                  <a:pt x="19937" y="117720"/>
                  <a:pt x="43268" y="125978"/>
                </a:cubicBezTo>
                <a:cubicBezTo>
                  <a:pt x="35085" y="112755"/>
                  <a:pt x="29487" y="92615"/>
                  <a:pt x="28600" y="70931"/>
                </a:cubicBezTo>
                <a:lnTo>
                  <a:pt x="380" y="70931"/>
                </a:lnTo>
                <a:close/>
                <a:moveTo>
                  <a:pt x="101304" y="70931"/>
                </a:moveTo>
                <a:cubicBezTo>
                  <a:pt x="100418" y="92615"/>
                  <a:pt x="94819" y="112755"/>
                  <a:pt x="86637" y="125978"/>
                </a:cubicBezTo>
                <a:cubicBezTo>
                  <a:pt x="109968" y="117695"/>
                  <a:pt x="127144" y="96466"/>
                  <a:pt x="129525" y="70931"/>
                </a:cubicBezTo>
                <a:lnTo>
                  <a:pt x="101304" y="70931"/>
                </a:lnTo>
                <a:close/>
                <a:moveTo>
                  <a:pt x="129525" y="58771"/>
                </a:moveTo>
                <a:cubicBezTo>
                  <a:pt x="127144" y="33236"/>
                  <a:pt x="109968" y="11982"/>
                  <a:pt x="86637" y="3724"/>
                </a:cubicBezTo>
                <a:cubicBezTo>
                  <a:pt x="94819" y="16947"/>
                  <a:pt x="100418" y="37087"/>
                  <a:pt x="101304" y="58771"/>
                </a:cubicBezTo>
                <a:lnTo>
                  <a:pt x="129525" y="58771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71" name="Text 69"/>
          <p:cNvSpPr/>
          <p:nvPr/>
        </p:nvSpPr>
        <p:spPr>
          <a:xfrm>
            <a:off x="8645573" y="4876799"/>
            <a:ext cx="96350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CDN Integration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183278" y="5406728"/>
            <a:ext cx="3629807" cy="1193260"/>
          </a:xfrm>
          <a:custGeom>
            <a:avLst/>
            <a:gdLst/>
            <a:ahLst/>
            <a:cxnLst/>
            <a:rect l="l" t="t" r="r" b="b"/>
            <a:pathLst>
              <a:path w="3629807" h="1193260">
                <a:moveTo>
                  <a:pt x="148227" y="0"/>
                </a:moveTo>
                <a:lnTo>
                  <a:pt x="3481580" y="0"/>
                </a:lnTo>
                <a:cubicBezTo>
                  <a:pt x="3563443" y="0"/>
                  <a:pt x="3629807" y="66363"/>
                  <a:pt x="3629807" y="148227"/>
                </a:cubicBezTo>
                <a:lnTo>
                  <a:pt x="3629807" y="1045033"/>
                </a:lnTo>
                <a:cubicBezTo>
                  <a:pt x="3629807" y="1126896"/>
                  <a:pt x="3563443" y="1193260"/>
                  <a:pt x="3481580" y="1193260"/>
                </a:cubicBezTo>
                <a:lnTo>
                  <a:pt x="148227" y="1193260"/>
                </a:lnTo>
                <a:cubicBezTo>
                  <a:pt x="66363" y="1193260"/>
                  <a:pt x="0" y="1126896"/>
                  <a:pt x="0" y="1045033"/>
                </a:cubicBezTo>
                <a:lnTo>
                  <a:pt x="0" y="148227"/>
                </a:lnTo>
                <a:cubicBezTo>
                  <a:pt x="0" y="66363"/>
                  <a:pt x="66363" y="0"/>
                  <a:pt x="148227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58376" y="5604985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10422" y="10422"/>
                </a:moveTo>
                <a:cubicBezTo>
                  <a:pt x="16187" y="10422"/>
                  <a:pt x="20845" y="15080"/>
                  <a:pt x="20845" y="20845"/>
                </a:cubicBezTo>
                <a:lnTo>
                  <a:pt x="20845" y="130281"/>
                </a:lnTo>
                <a:cubicBezTo>
                  <a:pt x="20845" y="133147"/>
                  <a:pt x="23190" y="135492"/>
                  <a:pt x="26056" y="135492"/>
                </a:cubicBezTo>
                <a:lnTo>
                  <a:pt x="156337" y="135492"/>
                </a:lnTo>
                <a:cubicBezTo>
                  <a:pt x="162102" y="135492"/>
                  <a:pt x="166760" y="140150"/>
                  <a:pt x="166760" y="145915"/>
                </a:cubicBezTo>
                <a:cubicBezTo>
                  <a:pt x="166760" y="151680"/>
                  <a:pt x="162102" y="156337"/>
                  <a:pt x="156337" y="156337"/>
                </a:cubicBezTo>
                <a:lnTo>
                  <a:pt x="26056" y="156337"/>
                </a:lnTo>
                <a:cubicBezTo>
                  <a:pt x="11660" y="156337"/>
                  <a:pt x="0" y="144677"/>
                  <a:pt x="0" y="130281"/>
                </a:cubicBezTo>
                <a:lnTo>
                  <a:pt x="0" y="20845"/>
                </a:lnTo>
                <a:cubicBezTo>
                  <a:pt x="0" y="15080"/>
                  <a:pt x="4658" y="10422"/>
                  <a:pt x="10422" y="10422"/>
                </a:cubicBezTo>
                <a:close/>
                <a:moveTo>
                  <a:pt x="41690" y="31267"/>
                </a:moveTo>
                <a:cubicBezTo>
                  <a:pt x="41690" y="25503"/>
                  <a:pt x="46348" y="20845"/>
                  <a:pt x="52112" y="20845"/>
                </a:cubicBezTo>
                <a:lnTo>
                  <a:pt x="114647" y="20845"/>
                </a:lnTo>
                <a:cubicBezTo>
                  <a:pt x="120412" y="20845"/>
                  <a:pt x="125070" y="25503"/>
                  <a:pt x="125070" y="31267"/>
                </a:cubicBezTo>
                <a:cubicBezTo>
                  <a:pt x="125070" y="37032"/>
                  <a:pt x="120412" y="41690"/>
                  <a:pt x="114647" y="41690"/>
                </a:cubicBezTo>
                <a:lnTo>
                  <a:pt x="52112" y="41690"/>
                </a:lnTo>
                <a:cubicBezTo>
                  <a:pt x="46348" y="41690"/>
                  <a:pt x="41690" y="37032"/>
                  <a:pt x="41690" y="31267"/>
                </a:cubicBezTo>
                <a:close/>
                <a:moveTo>
                  <a:pt x="52112" y="57324"/>
                </a:moveTo>
                <a:lnTo>
                  <a:pt x="93802" y="57324"/>
                </a:lnTo>
                <a:cubicBezTo>
                  <a:pt x="99567" y="57324"/>
                  <a:pt x="104225" y="61981"/>
                  <a:pt x="104225" y="67746"/>
                </a:cubicBezTo>
                <a:cubicBezTo>
                  <a:pt x="104225" y="73511"/>
                  <a:pt x="99567" y="78169"/>
                  <a:pt x="93802" y="78169"/>
                </a:cubicBezTo>
                <a:lnTo>
                  <a:pt x="52112" y="78169"/>
                </a:lnTo>
                <a:cubicBezTo>
                  <a:pt x="46348" y="78169"/>
                  <a:pt x="41690" y="73511"/>
                  <a:pt x="41690" y="67746"/>
                </a:cubicBezTo>
                <a:cubicBezTo>
                  <a:pt x="41690" y="61981"/>
                  <a:pt x="46348" y="57324"/>
                  <a:pt x="52112" y="57324"/>
                </a:cubicBezTo>
                <a:close/>
                <a:moveTo>
                  <a:pt x="52112" y="93802"/>
                </a:moveTo>
                <a:lnTo>
                  <a:pt x="135492" y="93802"/>
                </a:lnTo>
                <a:cubicBezTo>
                  <a:pt x="141257" y="93802"/>
                  <a:pt x="145915" y="98460"/>
                  <a:pt x="145915" y="104225"/>
                </a:cubicBezTo>
                <a:cubicBezTo>
                  <a:pt x="145915" y="109990"/>
                  <a:pt x="141257" y="114647"/>
                  <a:pt x="135492" y="114647"/>
                </a:cubicBezTo>
                <a:lnTo>
                  <a:pt x="52112" y="114647"/>
                </a:lnTo>
                <a:cubicBezTo>
                  <a:pt x="46348" y="114647"/>
                  <a:pt x="41690" y="109990"/>
                  <a:pt x="41690" y="104225"/>
                </a:cubicBezTo>
                <a:cubicBezTo>
                  <a:pt x="41690" y="98460"/>
                  <a:pt x="46348" y="93802"/>
                  <a:pt x="52112" y="93802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74" name="Text 72"/>
          <p:cNvSpPr/>
          <p:nvPr/>
        </p:nvSpPr>
        <p:spPr>
          <a:xfrm>
            <a:off x="8548297" y="5558663"/>
            <a:ext cx="319623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335215" y="5929240"/>
            <a:ext cx="1630541" cy="518809"/>
          </a:xfrm>
          <a:custGeom>
            <a:avLst/>
            <a:gdLst/>
            <a:ahLst/>
            <a:cxnLst/>
            <a:rect l="l" t="t" r="r" b="b"/>
            <a:pathLst>
              <a:path w="1630541" h="518809">
                <a:moveTo>
                  <a:pt x="74117" y="0"/>
                </a:moveTo>
                <a:lnTo>
                  <a:pt x="1556424" y="0"/>
                </a:lnTo>
                <a:cubicBezTo>
                  <a:pt x="1597358" y="0"/>
                  <a:pt x="1630541" y="33183"/>
                  <a:pt x="1630541" y="74117"/>
                </a:cubicBezTo>
                <a:lnTo>
                  <a:pt x="1630541" y="444692"/>
                </a:lnTo>
                <a:cubicBezTo>
                  <a:pt x="1630541" y="485625"/>
                  <a:pt x="1597358" y="518809"/>
                  <a:pt x="1556424" y="518809"/>
                </a:cubicBezTo>
                <a:lnTo>
                  <a:pt x="74117" y="518809"/>
                </a:lnTo>
                <a:cubicBezTo>
                  <a:pt x="33183" y="518809"/>
                  <a:pt x="0" y="485625"/>
                  <a:pt x="0" y="444692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8381537" y="6003356"/>
            <a:ext cx="1537897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372272" y="6151474"/>
            <a:ext cx="155642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&lt;200ms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10035470" y="5929240"/>
            <a:ext cx="1630541" cy="518809"/>
          </a:xfrm>
          <a:custGeom>
            <a:avLst/>
            <a:gdLst/>
            <a:ahLst/>
            <a:cxnLst/>
            <a:rect l="l" t="t" r="r" b="b"/>
            <a:pathLst>
              <a:path w="1630541" h="518809">
                <a:moveTo>
                  <a:pt x="74117" y="0"/>
                </a:moveTo>
                <a:lnTo>
                  <a:pt x="1556424" y="0"/>
                </a:lnTo>
                <a:cubicBezTo>
                  <a:pt x="1597358" y="0"/>
                  <a:pt x="1630541" y="33183"/>
                  <a:pt x="1630541" y="74117"/>
                </a:cubicBezTo>
                <a:lnTo>
                  <a:pt x="1630541" y="444692"/>
                </a:lnTo>
                <a:cubicBezTo>
                  <a:pt x="1630541" y="485625"/>
                  <a:pt x="1597358" y="518809"/>
                  <a:pt x="1556424" y="518809"/>
                </a:cubicBezTo>
                <a:lnTo>
                  <a:pt x="74117" y="518809"/>
                </a:lnTo>
                <a:cubicBezTo>
                  <a:pt x="33183" y="518809"/>
                  <a:pt x="0" y="485625"/>
                  <a:pt x="0" y="444692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10081792" y="6003356"/>
            <a:ext cx="1537897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Throughput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0072528" y="6151474"/>
            <a:ext cx="155642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10K/min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663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spc="53" kern="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Process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66700" y="6096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Flow / Working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8138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journey from complaint to resolution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2900" y="3374947"/>
            <a:ext cx="1000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Issue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7663" y="3870247"/>
            <a:ext cx="9906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takes photo/video of road issue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16010" y="286059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2149435" y="2803447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2444710" y="3374947"/>
            <a:ext cx="1000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via 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49473" y="3870247"/>
            <a:ext cx="9906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Submit with auto GPS tagging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17940" y="286059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8B5CF6"/>
              </a:gs>
            </a:gsLst>
            <a:lin ang="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4251365" y="2803447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46640" y="3374947"/>
            <a:ext cx="1000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Verification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51402" y="3870247"/>
            <a:ext cx="9906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 validates issue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19750" y="286059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/>
              </a:gs>
              <a:gs pos="100000">
                <a:srgbClr val="F59E0B"/>
              </a:gs>
            </a:gsLst>
            <a:lin ang="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6353175" y="2803447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648450" y="3374947"/>
            <a:ext cx="1000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Auto-Forward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53213" y="3870247"/>
            <a:ext cx="9906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Routed to relevant department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21679" y="286059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8455104" y="2803447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750379" y="3374947"/>
            <a:ext cx="1000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Authority Action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55142" y="3870247"/>
            <a:ext cx="9906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resolves the issue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823490" y="286059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3B82F6"/>
              </a:gs>
            </a:gsLst>
            <a:lin ang="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10556915" y="2803447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10852190" y="3374947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Update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856952" y="3641647"/>
            <a:ext cx="9906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Notification of resolution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4810" y="5513190"/>
            <a:ext cx="2760345" cy="960120"/>
          </a:xfrm>
          <a:custGeom>
            <a:avLst/>
            <a:gdLst/>
            <a:ahLst/>
            <a:cxnLst/>
            <a:rect l="l" t="t" r="r" b="b"/>
            <a:pathLst>
              <a:path w="2760345" h="960120">
                <a:moveTo>
                  <a:pt x="114302" y="0"/>
                </a:moveTo>
                <a:lnTo>
                  <a:pt x="2646043" y="0"/>
                </a:lnTo>
                <a:cubicBezTo>
                  <a:pt x="2709128" y="0"/>
                  <a:pt x="2760345" y="51217"/>
                  <a:pt x="2760345" y="114302"/>
                </a:cubicBezTo>
                <a:lnTo>
                  <a:pt x="2760345" y="845818"/>
                </a:lnTo>
                <a:cubicBezTo>
                  <a:pt x="2760345" y="908903"/>
                  <a:pt x="2709128" y="960120"/>
                  <a:pt x="2646043" y="960120"/>
                </a:cubicBezTo>
                <a:lnTo>
                  <a:pt x="114302" y="960120"/>
                </a:lnTo>
                <a:cubicBezTo>
                  <a:pt x="51217" y="960120"/>
                  <a:pt x="0" y="908903"/>
                  <a:pt x="0" y="84581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71638" y="563129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74345" y="5897998"/>
            <a:ext cx="2581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Submission Time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0057" y="6088382"/>
            <a:ext cx="260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&lt;30 sec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0885" y="5513190"/>
            <a:ext cx="2760345" cy="960120"/>
          </a:xfrm>
          <a:custGeom>
            <a:avLst/>
            <a:gdLst/>
            <a:ahLst/>
            <a:cxnLst/>
            <a:rect l="l" t="t" r="r" b="b"/>
            <a:pathLst>
              <a:path w="2760345" h="960120">
                <a:moveTo>
                  <a:pt x="114302" y="0"/>
                </a:moveTo>
                <a:lnTo>
                  <a:pt x="2646043" y="0"/>
                </a:lnTo>
                <a:cubicBezTo>
                  <a:pt x="2709128" y="0"/>
                  <a:pt x="2760345" y="51217"/>
                  <a:pt x="2760345" y="114302"/>
                </a:cubicBezTo>
                <a:lnTo>
                  <a:pt x="2760345" y="845818"/>
                </a:lnTo>
                <a:cubicBezTo>
                  <a:pt x="2760345" y="908903"/>
                  <a:pt x="2709128" y="960120"/>
                  <a:pt x="2646043" y="960120"/>
                </a:cubicBezTo>
                <a:lnTo>
                  <a:pt x="114302" y="960120"/>
                </a:lnTo>
                <a:cubicBezTo>
                  <a:pt x="51217" y="960120"/>
                  <a:pt x="0" y="908903"/>
                  <a:pt x="0" y="84581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>
                  <a:alpha val="20000"/>
                </a:srgbClr>
              </a:gs>
              <a:gs pos="100000">
                <a:srgbClr val="22D3EE">
                  <a:alpha val="5000"/>
                </a:srgbClr>
              </a:gs>
            </a:gsLst>
            <a:lin ang="2700000" scaled="1"/>
          </a:gra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69619" y="563129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3" name="Text 31"/>
          <p:cNvSpPr/>
          <p:nvPr/>
        </p:nvSpPr>
        <p:spPr>
          <a:xfrm>
            <a:off x="3360420" y="5897998"/>
            <a:ext cx="2581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Processing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346133" y="6088382"/>
            <a:ext cx="260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&lt;5 sec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56960" y="5513190"/>
            <a:ext cx="2760345" cy="960120"/>
          </a:xfrm>
          <a:custGeom>
            <a:avLst/>
            <a:gdLst/>
            <a:ahLst/>
            <a:cxnLst/>
            <a:rect l="l" t="t" r="r" b="b"/>
            <a:pathLst>
              <a:path w="2760345" h="960120">
                <a:moveTo>
                  <a:pt x="114302" y="0"/>
                </a:moveTo>
                <a:lnTo>
                  <a:pt x="2646043" y="0"/>
                </a:lnTo>
                <a:cubicBezTo>
                  <a:pt x="2709128" y="0"/>
                  <a:pt x="2760345" y="51217"/>
                  <a:pt x="2760345" y="114302"/>
                </a:cubicBezTo>
                <a:lnTo>
                  <a:pt x="2760345" y="845818"/>
                </a:lnTo>
                <a:cubicBezTo>
                  <a:pt x="2760345" y="908903"/>
                  <a:pt x="2709128" y="960120"/>
                  <a:pt x="2646043" y="960120"/>
                </a:cubicBezTo>
                <a:lnTo>
                  <a:pt x="114302" y="960120"/>
                </a:lnTo>
                <a:cubicBezTo>
                  <a:pt x="51217" y="960120"/>
                  <a:pt x="0" y="908903"/>
                  <a:pt x="0" y="84581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43788" y="563129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6246495" y="5897998"/>
            <a:ext cx="2581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Routing Speed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32207" y="6088382"/>
            <a:ext cx="260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43035" y="5513190"/>
            <a:ext cx="2760345" cy="960120"/>
          </a:xfrm>
          <a:custGeom>
            <a:avLst/>
            <a:gdLst/>
            <a:ahLst/>
            <a:cxnLst/>
            <a:rect l="l" t="t" r="r" b="b"/>
            <a:pathLst>
              <a:path w="2760345" h="960120">
                <a:moveTo>
                  <a:pt x="114302" y="0"/>
                </a:moveTo>
                <a:lnTo>
                  <a:pt x="2646043" y="0"/>
                </a:lnTo>
                <a:cubicBezTo>
                  <a:pt x="2709128" y="0"/>
                  <a:pt x="2760345" y="51217"/>
                  <a:pt x="2760345" y="114302"/>
                </a:cubicBezTo>
                <a:lnTo>
                  <a:pt x="2760345" y="845818"/>
                </a:lnTo>
                <a:cubicBezTo>
                  <a:pt x="2760345" y="908903"/>
                  <a:pt x="2709128" y="960120"/>
                  <a:pt x="2646043" y="960120"/>
                </a:cubicBezTo>
                <a:lnTo>
                  <a:pt x="114302" y="960120"/>
                </a:lnTo>
                <a:cubicBezTo>
                  <a:pt x="51217" y="960120"/>
                  <a:pt x="0" y="908903"/>
                  <a:pt x="0" y="84581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41769" y="563129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0"/>
                </a:moveTo>
                <a:cubicBezTo>
                  <a:pt x="76758" y="0"/>
                  <a:pt x="71438" y="5321"/>
                  <a:pt x="71438" y="11906"/>
                </a:cubicBezTo>
                <a:lnTo>
                  <a:pt x="71438" y="13097"/>
                </a:lnTo>
                <a:cubicBezTo>
                  <a:pt x="44276" y="18604"/>
                  <a:pt x="23812" y="42639"/>
                  <a:pt x="23812" y="71438"/>
                </a:cubicBezTo>
                <a:lnTo>
                  <a:pt x="23812" y="79511"/>
                </a:lnTo>
                <a:cubicBezTo>
                  <a:pt x="23812" y="97408"/>
                  <a:pt x="17711" y="114784"/>
                  <a:pt x="6548" y="128774"/>
                </a:cubicBezTo>
                <a:lnTo>
                  <a:pt x="2902" y="133313"/>
                </a:lnTo>
                <a:cubicBezTo>
                  <a:pt x="1005" y="135657"/>
                  <a:pt x="0" y="138559"/>
                  <a:pt x="0" y="141573"/>
                </a:cubicBezTo>
                <a:cubicBezTo>
                  <a:pt x="0" y="148865"/>
                  <a:pt x="5916" y="154781"/>
                  <a:pt x="13208" y="154781"/>
                </a:cubicBezTo>
                <a:lnTo>
                  <a:pt x="153442" y="154781"/>
                </a:lnTo>
                <a:cubicBezTo>
                  <a:pt x="160734" y="154781"/>
                  <a:pt x="166650" y="148865"/>
                  <a:pt x="166650" y="141573"/>
                </a:cubicBezTo>
                <a:cubicBezTo>
                  <a:pt x="166650" y="138559"/>
                  <a:pt x="165646" y="135657"/>
                  <a:pt x="163748" y="133313"/>
                </a:cubicBezTo>
                <a:lnTo>
                  <a:pt x="160102" y="128774"/>
                </a:lnTo>
                <a:cubicBezTo>
                  <a:pt x="148977" y="114784"/>
                  <a:pt x="142875" y="97408"/>
                  <a:pt x="142875" y="79511"/>
                </a:cubicBezTo>
                <a:lnTo>
                  <a:pt x="142875" y="71438"/>
                </a:lnTo>
                <a:cubicBezTo>
                  <a:pt x="142875" y="42639"/>
                  <a:pt x="122411" y="18604"/>
                  <a:pt x="95250" y="13097"/>
                </a:cubicBezTo>
                <a:lnTo>
                  <a:pt x="95250" y="11906"/>
                </a:lnTo>
                <a:cubicBezTo>
                  <a:pt x="95250" y="5321"/>
                  <a:pt x="89929" y="0"/>
                  <a:pt x="83344" y="0"/>
                </a:cubicBezTo>
                <a:close/>
                <a:moveTo>
                  <a:pt x="60275" y="172641"/>
                </a:moveTo>
                <a:cubicBezTo>
                  <a:pt x="62917" y="182910"/>
                  <a:pt x="72256" y="190500"/>
                  <a:pt x="83344" y="190500"/>
                </a:cubicBezTo>
                <a:cubicBezTo>
                  <a:pt x="94431" y="190500"/>
                  <a:pt x="103770" y="182910"/>
                  <a:pt x="106412" y="172641"/>
                </a:cubicBezTo>
                <a:lnTo>
                  <a:pt x="60275" y="172641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9132570" y="5897998"/>
            <a:ext cx="2581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Alert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18282" y="6088382"/>
            <a:ext cx="260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79346" y="2517697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cubicBezTo>
                  <a:pt x="561716" y="0"/>
                  <a:pt x="723900" y="162184"/>
                  <a:pt x="723900" y="361950"/>
                </a:cubicBezTo>
                <a:lnTo>
                  <a:pt x="723900" y="361950"/>
                </a:lnTo>
                <a:cubicBezTo>
                  <a:pt x="723900" y="561716"/>
                  <a:pt x="561716" y="723900"/>
                  <a:pt x="3619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3B82F6">
                  <a:alpha val="60000"/>
                </a:srgbClr>
              </a:gs>
            </a:gsLst>
            <a:lin ang="2700000" scaled="1"/>
          </a:gradFill>
          <a:ln w="508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26996" y="276534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6571" y="28932"/>
                </a:moveTo>
                <a:lnTo>
                  <a:pt x="61927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6673" y="42863"/>
                </a:lnTo>
                <a:lnTo>
                  <a:pt x="162029" y="28932"/>
                </a:lnTo>
                <a:cubicBezTo>
                  <a:pt x="159127" y="20181"/>
                  <a:pt x="150956" y="14288"/>
                  <a:pt x="141714" y="14288"/>
                </a:cubicBezTo>
                <a:lnTo>
                  <a:pt x="86886" y="14288"/>
                </a:lnTo>
                <a:cubicBezTo>
                  <a:pt x="77644" y="14288"/>
                  <a:pt x="69473" y="20181"/>
                  <a:pt x="66571" y="28932"/>
                </a:cubicBezTo>
                <a:close/>
                <a:moveTo>
                  <a:pt x="114300" y="85725"/>
                </a:moveTo>
                <a:cubicBezTo>
                  <a:pt x="137956" y="85725"/>
                  <a:pt x="157163" y="104931"/>
                  <a:pt x="157163" y="128588"/>
                </a:cubicBezTo>
                <a:cubicBezTo>
                  <a:pt x="157163" y="152244"/>
                  <a:pt x="137956" y="171450"/>
                  <a:pt x="114300" y="171450"/>
                </a:cubicBezTo>
                <a:cubicBezTo>
                  <a:pt x="90644" y="171450"/>
                  <a:pt x="71438" y="152244"/>
                  <a:pt x="71438" y="128588"/>
                </a:cubicBezTo>
                <a:cubicBezTo>
                  <a:pt x="71438" y="104931"/>
                  <a:pt x="90644" y="85725"/>
                  <a:pt x="114300" y="85725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45" name="Shape 43"/>
          <p:cNvSpPr/>
          <p:nvPr/>
        </p:nvSpPr>
        <p:spPr>
          <a:xfrm>
            <a:off x="955596" y="246054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1086802" y="2517697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581275" y="2517697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cubicBezTo>
                  <a:pt x="561716" y="0"/>
                  <a:pt x="723900" y="162184"/>
                  <a:pt x="723900" y="361950"/>
                </a:cubicBezTo>
                <a:lnTo>
                  <a:pt x="723900" y="361950"/>
                </a:lnTo>
                <a:cubicBezTo>
                  <a:pt x="723900" y="561716"/>
                  <a:pt x="561716" y="723900"/>
                  <a:pt x="3619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22D3EE">
                  <a:alpha val="60000"/>
                </a:srgbClr>
              </a:gs>
            </a:gsLst>
            <a:lin ang="2700000" scaled="1"/>
          </a:gradFill>
          <a:ln w="508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814638" y="2765347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64294" y="214313"/>
                </a:moveTo>
                <a:cubicBezTo>
                  <a:pt x="28798" y="214313"/>
                  <a:pt x="0" y="185514"/>
                  <a:pt x="0" y="150019"/>
                </a:cubicBezTo>
                <a:cubicBezTo>
                  <a:pt x="0" y="121712"/>
                  <a:pt x="18306" y="97691"/>
                  <a:pt x="43711" y="89074"/>
                </a:cubicBezTo>
                <a:cubicBezTo>
                  <a:pt x="43130" y="85636"/>
                  <a:pt x="42863" y="82153"/>
                  <a:pt x="42863" y="78581"/>
                </a:cubicBezTo>
                <a:cubicBezTo>
                  <a:pt x="42863" y="43086"/>
                  <a:pt x="71661" y="14288"/>
                  <a:pt x="107156" y="14288"/>
                </a:cubicBezTo>
                <a:cubicBezTo>
                  <a:pt x="131891" y="14288"/>
                  <a:pt x="153367" y="28262"/>
                  <a:pt x="164128" y="48711"/>
                </a:cubicBezTo>
                <a:cubicBezTo>
                  <a:pt x="170468" y="45006"/>
                  <a:pt x="177879" y="42863"/>
                  <a:pt x="185738" y="42863"/>
                </a:cubicBezTo>
                <a:cubicBezTo>
                  <a:pt x="209401" y="42863"/>
                  <a:pt x="228600" y="62061"/>
                  <a:pt x="228600" y="85725"/>
                </a:cubicBezTo>
                <a:cubicBezTo>
                  <a:pt x="228600" y="92735"/>
                  <a:pt x="226903" y="99387"/>
                  <a:pt x="223912" y="105236"/>
                </a:cubicBezTo>
                <a:cubicBezTo>
                  <a:pt x="243557" y="114300"/>
                  <a:pt x="257175" y="134124"/>
                  <a:pt x="257175" y="157163"/>
                </a:cubicBezTo>
                <a:cubicBezTo>
                  <a:pt x="257175" y="188729"/>
                  <a:pt x="231591" y="214313"/>
                  <a:pt x="200025" y="214313"/>
                </a:cubicBezTo>
                <a:lnTo>
                  <a:pt x="64294" y="214313"/>
                </a:lnTo>
                <a:close/>
                <a:moveTo>
                  <a:pt x="136178" y="85279"/>
                </a:moveTo>
                <a:cubicBezTo>
                  <a:pt x="131981" y="81082"/>
                  <a:pt x="125194" y="81082"/>
                  <a:pt x="121042" y="85279"/>
                </a:cubicBezTo>
                <a:lnTo>
                  <a:pt x="88895" y="117425"/>
                </a:lnTo>
                <a:cubicBezTo>
                  <a:pt x="84698" y="121622"/>
                  <a:pt x="84698" y="128409"/>
                  <a:pt x="88895" y="132561"/>
                </a:cubicBezTo>
                <a:cubicBezTo>
                  <a:pt x="93092" y="136714"/>
                  <a:pt x="99879" y="136758"/>
                  <a:pt x="104031" y="132561"/>
                </a:cubicBezTo>
                <a:lnTo>
                  <a:pt x="117872" y="118720"/>
                </a:lnTo>
                <a:lnTo>
                  <a:pt x="117872" y="164306"/>
                </a:lnTo>
                <a:cubicBezTo>
                  <a:pt x="117872" y="170244"/>
                  <a:pt x="122649" y="175022"/>
                  <a:pt x="128588" y="175022"/>
                </a:cubicBezTo>
                <a:cubicBezTo>
                  <a:pt x="134526" y="175022"/>
                  <a:pt x="139303" y="170244"/>
                  <a:pt x="139303" y="164306"/>
                </a:cubicBezTo>
                <a:lnTo>
                  <a:pt x="139303" y="118720"/>
                </a:lnTo>
                <a:lnTo>
                  <a:pt x="153144" y="132561"/>
                </a:lnTo>
                <a:cubicBezTo>
                  <a:pt x="157341" y="136758"/>
                  <a:pt x="164128" y="136758"/>
                  <a:pt x="168280" y="132561"/>
                </a:cubicBezTo>
                <a:cubicBezTo>
                  <a:pt x="172432" y="128364"/>
                  <a:pt x="172477" y="121578"/>
                  <a:pt x="168280" y="117425"/>
                </a:cubicBezTo>
                <a:lnTo>
                  <a:pt x="136133" y="85279"/>
                </a:ln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9" name="Shape 47"/>
          <p:cNvSpPr/>
          <p:nvPr/>
        </p:nvSpPr>
        <p:spPr>
          <a:xfrm>
            <a:off x="3057525" y="246054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0" name="Text 48"/>
          <p:cNvSpPr/>
          <p:nvPr/>
        </p:nvSpPr>
        <p:spPr>
          <a:xfrm>
            <a:off x="3175873" y="2517697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683085" y="2517697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cubicBezTo>
                  <a:pt x="561716" y="0"/>
                  <a:pt x="723900" y="162184"/>
                  <a:pt x="723900" y="361950"/>
                </a:cubicBezTo>
                <a:lnTo>
                  <a:pt x="723900" y="361950"/>
                </a:lnTo>
                <a:cubicBezTo>
                  <a:pt x="723900" y="561716"/>
                  <a:pt x="561716" y="723900"/>
                  <a:pt x="3619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/>
              </a:gs>
              <a:gs pos="100000">
                <a:srgbClr val="8B5CF6">
                  <a:alpha val="60000"/>
                </a:srgbClr>
              </a:gs>
            </a:gsLst>
            <a:lin ang="2700000" scaled="1"/>
          </a:gradFill>
          <a:ln w="508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902161" y="2765347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53" name="Shape 51"/>
          <p:cNvSpPr/>
          <p:nvPr/>
        </p:nvSpPr>
        <p:spPr>
          <a:xfrm>
            <a:off x="5159336" y="246054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4" name="Text 52"/>
          <p:cNvSpPr/>
          <p:nvPr/>
        </p:nvSpPr>
        <p:spPr>
          <a:xfrm>
            <a:off x="5276017" y="2517697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785015" y="2517697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cubicBezTo>
                  <a:pt x="561716" y="0"/>
                  <a:pt x="723900" y="162184"/>
                  <a:pt x="723900" y="361950"/>
                </a:cubicBezTo>
                <a:lnTo>
                  <a:pt x="723900" y="361950"/>
                </a:lnTo>
                <a:cubicBezTo>
                  <a:pt x="723900" y="561716"/>
                  <a:pt x="561716" y="723900"/>
                  <a:pt x="3619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F59E0B">
                  <a:alpha val="60000"/>
                </a:srgbClr>
              </a:gs>
            </a:gsLst>
            <a:lin ang="2700000" scaled="1"/>
          </a:gradFill>
          <a:ln w="508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032665" y="276534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37428" y="8215"/>
                </a:moveTo>
                <a:cubicBezTo>
                  <a:pt x="132070" y="10448"/>
                  <a:pt x="128588" y="15627"/>
                  <a:pt x="128588" y="21431"/>
                </a:cubicBezTo>
                <a:lnTo>
                  <a:pt x="128588" y="57150"/>
                </a:lnTo>
                <a:lnTo>
                  <a:pt x="78581" y="57150"/>
                </a:lnTo>
                <a:cubicBezTo>
                  <a:pt x="35183" y="57150"/>
                  <a:pt x="0" y="92333"/>
                  <a:pt x="0" y="135731"/>
                </a:cubicBezTo>
                <a:cubicBezTo>
                  <a:pt x="0" y="186318"/>
                  <a:pt x="36388" y="208910"/>
                  <a:pt x="44738" y="213464"/>
                </a:cubicBezTo>
                <a:cubicBezTo>
                  <a:pt x="45854" y="214089"/>
                  <a:pt x="47104" y="214313"/>
                  <a:pt x="48354" y="214313"/>
                </a:cubicBezTo>
                <a:cubicBezTo>
                  <a:pt x="53221" y="214313"/>
                  <a:pt x="57150" y="210339"/>
                  <a:pt x="57150" y="205517"/>
                </a:cubicBezTo>
                <a:cubicBezTo>
                  <a:pt x="57150" y="202168"/>
                  <a:pt x="55230" y="199087"/>
                  <a:pt x="52774" y="196810"/>
                </a:cubicBezTo>
                <a:cubicBezTo>
                  <a:pt x="48578" y="192881"/>
                  <a:pt x="42863" y="185023"/>
                  <a:pt x="42863" y="171495"/>
                </a:cubicBezTo>
                <a:cubicBezTo>
                  <a:pt x="42863" y="147831"/>
                  <a:pt x="62061" y="128632"/>
                  <a:pt x="85725" y="128632"/>
                </a:cubicBezTo>
                <a:lnTo>
                  <a:pt x="128588" y="128632"/>
                </a:lnTo>
                <a:lnTo>
                  <a:pt x="128588" y="164351"/>
                </a:lnTo>
                <a:cubicBezTo>
                  <a:pt x="128588" y="170111"/>
                  <a:pt x="132070" y="175334"/>
                  <a:pt x="137428" y="177567"/>
                </a:cubicBezTo>
                <a:cubicBezTo>
                  <a:pt x="142786" y="179799"/>
                  <a:pt x="148903" y="178549"/>
                  <a:pt x="153010" y="174486"/>
                </a:cubicBezTo>
                <a:lnTo>
                  <a:pt x="224448" y="103049"/>
                </a:lnTo>
                <a:cubicBezTo>
                  <a:pt x="230029" y="97468"/>
                  <a:pt x="230029" y="88404"/>
                  <a:pt x="224448" y="82823"/>
                </a:cubicBezTo>
                <a:lnTo>
                  <a:pt x="153010" y="11385"/>
                </a:lnTo>
                <a:cubicBezTo>
                  <a:pt x="148903" y="7278"/>
                  <a:pt x="142786" y="6072"/>
                  <a:pt x="137428" y="8305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7" name="Shape 55"/>
          <p:cNvSpPr/>
          <p:nvPr/>
        </p:nvSpPr>
        <p:spPr>
          <a:xfrm>
            <a:off x="7261265" y="246054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7379732" y="2517697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886825" y="2517697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cubicBezTo>
                  <a:pt x="561716" y="0"/>
                  <a:pt x="723900" y="162184"/>
                  <a:pt x="723900" y="361950"/>
                </a:cubicBezTo>
                <a:lnTo>
                  <a:pt x="723900" y="361950"/>
                </a:lnTo>
                <a:cubicBezTo>
                  <a:pt x="723900" y="561716"/>
                  <a:pt x="561716" y="723900"/>
                  <a:pt x="3619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10B981">
                  <a:alpha val="60000"/>
                </a:srgbClr>
              </a:gs>
            </a:gsLst>
            <a:lin ang="2700000" scaled="1"/>
          </a:gradFill>
          <a:ln w="508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120188" y="2765347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61" name="Shape 59"/>
          <p:cNvSpPr/>
          <p:nvPr/>
        </p:nvSpPr>
        <p:spPr>
          <a:xfrm>
            <a:off x="9363075" y="246054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2" name="Text 60"/>
          <p:cNvSpPr/>
          <p:nvPr/>
        </p:nvSpPr>
        <p:spPr>
          <a:xfrm>
            <a:off x="9479518" y="2517697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988635" y="2517697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cubicBezTo>
                  <a:pt x="561716" y="0"/>
                  <a:pt x="723900" y="162184"/>
                  <a:pt x="723900" y="361950"/>
                </a:cubicBezTo>
                <a:lnTo>
                  <a:pt x="723900" y="361950"/>
                </a:lnTo>
                <a:cubicBezTo>
                  <a:pt x="723900" y="561716"/>
                  <a:pt x="561716" y="723900"/>
                  <a:pt x="3619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22D3EE"/>
              </a:gs>
            </a:gsLst>
            <a:lin ang="2700000" scaled="1"/>
          </a:gradFill>
          <a:ln w="508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1236285" y="276534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65" name="Shape 63"/>
          <p:cNvSpPr/>
          <p:nvPr/>
        </p:nvSpPr>
        <p:spPr>
          <a:xfrm>
            <a:off x="11464885" y="246054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6" name="Text 64"/>
          <p:cNvSpPr/>
          <p:nvPr/>
        </p:nvSpPr>
        <p:spPr>
          <a:xfrm>
            <a:off x="11580495" y="2517697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366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3829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&amp; Benefits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12931" y="548642"/>
            <a:ext cx="1693545" cy="350520"/>
          </a:xfrm>
          <a:custGeom>
            <a:avLst/>
            <a:gdLst/>
            <a:ahLst/>
            <a:cxnLst/>
            <a:rect l="l" t="t" r="r" b="b"/>
            <a:pathLst>
              <a:path w="1693545" h="350520">
                <a:moveTo>
                  <a:pt x="76200" y="0"/>
                </a:moveTo>
                <a:lnTo>
                  <a:pt x="1617345" y="0"/>
                </a:lnTo>
                <a:cubicBezTo>
                  <a:pt x="1659429" y="0"/>
                  <a:pt x="1693545" y="34116"/>
                  <a:pt x="1693545" y="76200"/>
                </a:cubicBezTo>
                <a:lnTo>
                  <a:pt x="1693545" y="274320"/>
                </a:lnTo>
                <a:cubicBezTo>
                  <a:pt x="1693545" y="316404"/>
                  <a:pt x="1659429" y="350520"/>
                  <a:pt x="1617345" y="350520"/>
                </a:cubicBezTo>
                <a:lnTo>
                  <a:pt x="76200" y="350520"/>
                </a:lnTo>
                <a:cubicBezTo>
                  <a:pt x="34144" y="350520"/>
                  <a:pt x="0" y="316376"/>
                  <a:pt x="0" y="2743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8191" y="647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535841" y="62865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Measurable Results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810" y="1223010"/>
            <a:ext cx="3179445" cy="2722245"/>
          </a:xfrm>
          <a:custGeom>
            <a:avLst/>
            <a:gdLst/>
            <a:ahLst/>
            <a:cxnLst/>
            <a:rect l="l" t="t" r="r" b="b"/>
            <a:pathLst>
              <a:path w="3179445" h="2722245">
                <a:moveTo>
                  <a:pt x="152391" y="0"/>
                </a:moveTo>
                <a:lnTo>
                  <a:pt x="3027054" y="0"/>
                </a:lnTo>
                <a:cubicBezTo>
                  <a:pt x="3111217" y="0"/>
                  <a:pt x="3179445" y="68228"/>
                  <a:pt x="3179445" y="152391"/>
                </a:cubicBezTo>
                <a:lnTo>
                  <a:pt x="3179445" y="2569854"/>
                </a:lnTo>
                <a:cubicBezTo>
                  <a:pt x="3179445" y="2654017"/>
                  <a:pt x="3111217" y="2722245"/>
                  <a:pt x="3027054" y="2722245"/>
                </a:cubicBezTo>
                <a:lnTo>
                  <a:pt x="152391" y="2722245"/>
                </a:lnTo>
                <a:cubicBezTo>
                  <a:pt x="68228" y="2722245"/>
                  <a:pt x="0" y="2654017"/>
                  <a:pt x="0" y="2569854"/>
                </a:cubicBezTo>
                <a:lnTo>
                  <a:pt x="0" y="152391"/>
                </a:lnTo>
                <a:cubicBezTo>
                  <a:pt x="0" y="68228"/>
                  <a:pt x="68228" y="0"/>
                  <a:pt x="152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5000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9120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2470" y="15506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150620" y="1512573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Resolution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9120" y="1988823"/>
            <a:ext cx="285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routing and priority classification reduce resolution time from weeks to days, ensuring critical issues get immediate attention.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9120" y="2753204"/>
            <a:ext cx="1362075" cy="533400"/>
          </a:xfrm>
          <a:custGeom>
            <a:avLst/>
            <a:gdLst/>
            <a:ahLst/>
            <a:cxnLst/>
            <a:rect l="l" t="t" r="r" b="b"/>
            <a:pathLst>
              <a:path w="1362075" h="533400">
                <a:moveTo>
                  <a:pt x="76202" y="0"/>
                </a:moveTo>
                <a:lnTo>
                  <a:pt x="1285873" y="0"/>
                </a:lnTo>
                <a:cubicBezTo>
                  <a:pt x="1327958" y="0"/>
                  <a:pt x="1362075" y="34117"/>
                  <a:pt x="1362075" y="76202"/>
                </a:cubicBezTo>
                <a:lnTo>
                  <a:pt x="1362075" y="457198"/>
                </a:lnTo>
                <a:cubicBezTo>
                  <a:pt x="1362075" y="499255"/>
                  <a:pt x="1327930" y="533400"/>
                  <a:pt x="12858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6745" y="2829404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7220" y="2981683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days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013109" y="2753204"/>
            <a:ext cx="1362075" cy="533400"/>
          </a:xfrm>
          <a:custGeom>
            <a:avLst/>
            <a:gdLst/>
            <a:ahLst/>
            <a:cxnLst/>
            <a:rect l="l" t="t" r="r" b="b"/>
            <a:pathLst>
              <a:path w="1362075" h="533400">
                <a:moveTo>
                  <a:pt x="76202" y="0"/>
                </a:moveTo>
                <a:lnTo>
                  <a:pt x="1285873" y="0"/>
                </a:lnTo>
                <a:cubicBezTo>
                  <a:pt x="1327958" y="0"/>
                  <a:pt x="1362075" y="34117"/>
                  <a:pt x="1362075" y="76202"/>
                </a:cubicBezTo>
                <a:lnTo>
                  <a:pt x="1362075" y="457198"/>
                </a:lnTo>
                <a:cubicBezTo>
                  <a:pt x="1362075" y="499255"/>
                  <a:pt x="1327930" y="533400"/>
                  <a:pt x="12858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060734" y="2829404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51209" y="2981683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days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9120" y="3404593"/>
            <a:ext cx="2790825" cy="7620"/>
          </a:xfrm>
          <a:custGeom>
            <a:avLst/>
            <a:gdLst/>
            <a:ahLst/>
            <a:cxnLst/>
            <a:rect l="l" t="t" r="r" b="b"/>
            <a:pathLst>
              <a:path w="2790825" h="7620">
                <a:moveTo>
                  <a:pt x="0" y="0"/>
                </a:moveTo>
                <a:lnTo>
                  <a:pt x="2790825" y="0"/>
                </a:lnTo>
                <a:lnTo>
                  <a:pt x="27908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19" name="Shape 17"/>
          <p:cNvSpPr/>
          <p:nvPr/>
        </p:nvSpPr>
        <p:spPr>
          <a:xfrm>
            <a:off x="1530667" y="356080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759267" y="3522701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83% faster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25228" y="1223010"/>
            <a:ext cx="3179445" cy="2722245"/>
          </a:xfrm>
          <a:custGeom>
            <a:avLst/>
            <a:gdLst/>
            <a:ahLst/>
            <a:cxnLst/>
            <a:rect l="l" t="t" r="r" b="b"/>
            <a:pathLst>
              <a:path w="3179445" h="2722245">
                <a:moveTo>
                  <a:pt x="152391" y="0"/>
                </a:moveTo>
                <a:lnTo>
                  <a:pt x="3027054" y="0"/>
                </a:lnTo>
                <a:cubicBezTo>
                  <a:pt x="3111217" y="0"/>
                  <a:pt x="3179445" y="68228"/>
                  <a:pt x="3179445" y="152391"/>
                </a:cubicBezTo>
                <a:lnTo>
                  <a:pt x="3179445" y="2569854"/>
                </a:lnTo>
                <a:cubicBezTo>
                  <a:pt x="3179445" y="2654017"/>
                  <a:pt x="3111217" y="2722245"/>
                  <a:pt x="3027054" y="2722245"/>
                </a:cubicBezTo>
                <a:lnTo>
                  <a:pt x="152391" y="2722245"/>
                </a:lnTo>
                <a:cubicBezTo>
                  <a:pt x="68228" y="2722245"/>
                  <a:pt x="0" y="2654017"/>
                  <a:pt x="0" y="2569854"/>
                </a:cubicBezTo>
                <a:lnTo>
                  <a:pt x="0" y="152391"/>
                </a:lnTo>
                <a:cubicBezTo>
                  <a:pt x="0" y="68228"/>
                  <a:pt x="68228" y="0"/>
                  <a:pt x="152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>
                  <a:alpha val="20000"/>
                </a:srgbClr>
              </a:gs>
              <a:gs pos="5000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19537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2D3EE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052888" y="15506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4491038" y="1512573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 Safety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19537" y="1988823"/>
            <a:ext cx="285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identification and rapid repair of hazardous conditions significantly reduce accidents and improve commuter safety.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919537" y="2753204"/>
            <a:ext cx="1362075" cy="533400"/>
          </a:xfrm>
          <a:custGeom>
            <a:avLst/>
            <a:gdLst/>
            <a:ahLst/>
            <a:cxnLst/>
            <a:rect l="l" t="t" r="r" b="b"/>
            <a:pathLst>
              <a:path w="1362075" h="533400">
                <a:moveTo>
                  <a:pt x="76202" y="0"/>
                </a:moveTo>
                <a:lnTo>
                  <a:pt x="1285873" y="0"/>
                </a:lnTo>
                <a:cubicBezTo>
                  <a:pt x="1327958" y="0"/>
                  <a:pt x="1362075" y="34117"/>
                  <a:pt x="1362075" y="76202"/>
                </a:cubicBezTo>
                <a:lnTo>
                  <a:pt x="1362075" y="457198"/>
                </a:lnTo>
                <a:cubicBezTo>
                  <a:pt x="1362075" y="499255"/>
                  <a:pt x="1327930" y="533400"/>
                  <a:pt x="12858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967163" y="2829404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Accidents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57638" y="2981683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-45%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53526" y="2753204"/>
            <a:ext cx="1362075" cy="533400"/>
          </a:xfrm>
          <a:custGeom>
            <a:avLst/>
            <a:gdLst/>
            <a:ahLst/>
            <a:cxnLst/>
            <a:rect l="l" t="t" r="r" b="b"/>
            <a:pathLst>
              <a:path w="1362075" h="533400">
                <a:moveTo>
                  <a:pt x="76202" y="0"/>
                </a:moveTo>
                <a:lnTo>
                  <a:pt x="1285873" y="0"/>
                </a:lnTo>
                <a:cubicBezTo>
                  <a:pt x="1327958" y="0"/>
                  <a:pt x="1362075" y="34117"/>
                  <a:pt x="1362075" y="76202"/>
                </a:cubicBezTo>
                <a:lnTo>
                  <a:pt x="1362075" y="457198"/>
                </a:lnTo>
                <a:cubicBezTo>
                  <a:pt x="1362075" y="499255"/>
                  <a:pt x="1327930" y="533400"/>
                  <a:pt x="12858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01151" y="2829404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Hazards Fixed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91626" y="2981683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+180%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919537" y="3404593"/>
            <a:ext cx="2790825" cy="7620"/>
          </a:xfrm>
          <a:custGeom>
            <a:avLst/>
            <a:gdLst/>
            <a:ahLst/>
            <a:cxnLst/>
            <a:rect l="l" t="t" r="r" b="b"/>
            <a:pathLst>
              <a:path w="2790825" h="7620">
                <a:moveTo>
                  <a:pt x="0" y="0"/>
                </a:moveTo>
                <a:lnTo>
                  <a:pt x="2790825" y="0"/>
                </a:lnTo>
                <a:lnTo>
                  <a:pt x="27908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33" name="Shape 31"/>
          <p:cNvSpPr/>
          <p:nvPr/>
        </p:nvSpPr>
        <p:spPr>
          <a:xfrm>
            <a:off x="4812625" y="35608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1735" y="25926"/>
                </a:moveTo>
                <a:lnTo>
                  <a:pt x="76200" y="32087"/>
                </a:lnTo>
                <a:lnTo>
                  <a:pt x="80665" y="25926"/>
                </a:lnTo>
                <a:cubicBezTo>
                  <a:pt x="88106" y="15627"/>
                  <a:pt x="100072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ubicBezTo>
                  <a:pt x="52328" y="9525"/>
                  <a:pt x="64294" y="15627"/>
                  <a:pt x="71735" y="25926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5060275" y="3522701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Lives Saved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4810" y="4105634"/>
            <a:ext cx="3179445" cy="2722245"/>
          </a:xfrm>
          <a:custGeom>
            <a:avLst/>
            <a:gdLst/>
            <a:ahLst/>
            <a:cxnLst/>
            <a:rect l="l" t="t" r="r" b="b"/>
            <a:pathLst>
              <a:path w="3179445" h="2722245">
                <a:moveTo>
                  <a:pt x="152391" y="0"/>
                </a:moveTo>
                <a:lnTo>
                  <a:pt x="3027054" y="0"/>
                </a:lnTo>
                <a:cubicBezTo>
                  <a:pt x="3111217" y="0"/>
                  <a:pt x="3179445" y="68228"/>
                  <a:pt x="3179445" y="152391"/>
                </a:cubicBezTo>
                <a:lnTo>
                  <a:pt x="3179445" y="2569854"/>
                </a:lnTo>
                <a:cubicBezTo>
                  <a:pt x="3179445" y="2654017"/>
                  <a:pt x="3111217" y="2722245"/>
                  <a:pt x="3027054" y="2722245"/>
                </a:cubicBezTo>
                <a:lnTo>
                  <a:pt x="152391" y="2722245"/>
                </a:lnTo>
                <a:cubicBezTo>
                  <a:pt x="68228" y="2722245"/>
                  <a:pt x="0" y="2654017"/>
                  <a:pt x="0" y="2569854"/>
                </a:cubicBezTo>
                <a:lnTo>
                  <a:pt x="0" y="152391"/>
                </a:lnTo>
                <a:cubicBezTo>
                  <a:pt x="0" y="68228"/>
                  <a:pt x="68228" y="0"/>
                  <a:pt x="152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20000"/>
                </a:srgbClr>
              </a:gs>
              <a:gs pos="5000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9120" y="42999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88658" y="443329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1150620" y="4395192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Citizen Engagement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79120" y="4871442"/>
            <a:ext cx="285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Easy-to-use platform empowers citizens to participate in city improvement, fostering community involvement and civic responsibility.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79120" y="5635823"/>
            <a:ext cx="1362075" cy="533400"/>
          </a:xfrm>
          <a:custGeom>
            <a:avLst/>
            <a:gdLst/>
            <a:ahLst/>
            <a:cxnLst/>
            <a:rect l="l" t="t" r="r" b="b"/>
            <a:pathLst>
              <a:path w="1362075" h="533400">
                <a:moveTo>
                  <a:pt x="76202" y="0"/>
                </a:moveTo>
                <a:lnTo>
                  <a:pt x="1285873" y="0"/>
                </a:lnTo>
                <a:cubicBezTo>
                  <a:pt x="1327958" y="0"/>
                  <a:pt x="1362075" y="34117"/>
                  <a:pt x="1362075" y="76202"/>
                </a:cubicBezTo>
                <a:lnTo>
                  <a:pt x="1362075" y="457198"/>
                </a:lnTo>
                <a:cubicBezTo>
                  <a:pt x="1362075" y="499255"/>
                  <a:pt x="1327930" y="533400"/>
                  <a:pt x="12858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26745" y="5712023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Users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7220" y="5864307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50K+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013109" y="5635823"/>
            <a:ext cx="1362075" cy="533400"/>
          </a:xfrm>
          <a:custGeom>
            <a:avLst/>
            <a:gdLst/>
            <a:ahLst/>
            <a:cxnLst/>
            <a:rect l="l" t="t" r="r" b="b"/>
            <a:pathLst>
              <a:path w="1362075" h="533400">
                <a:moveTo>
                  <a:pt x="76202" y="0"/>
                </a:moveTo>
                <a:lnTo>
                  <a:pt x="1285873" y="0"/>
                </a:lnTo>
                <a:cubicBezTo>
                  <a:pt x="1327958" y="0"/>
                  <a:pt x="1362075" y="34117"/>
                  <a:pt x="1362075" y="76202"/>
                </a:cubicBezTo>
                <a:lnTo>
                  <a:pt x="1362075" y="457198"/>
                </a:lnTo>
                <a:cubicBezTo>
                  <a:pt x="1362075" y="499255"/>
                  <a:pt x="1327930" y="533400"/>
                  <a:pt x="12858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2060734" y="5712023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Reports/Month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051209" y="5864307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25K+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9120" y="6287217"/>
            <a:ext cx="2790825" cy="7620"/>
          </a:xfrm>
          <a:custGeom>
            <a:avLst/>
            <a:gdLst/>
            <a:ahLst/>
            <a:cxnLst/>
            <a:rect l="l" t="t" r="r" b="b"/>
            <a:pathLst>
              <a:path w="2790825" h="7620">
                <a:moveTo>
                  <a:pt x="0" y="0"/>
                </a:moveTo>
                <a:lnTo>
                  <a:pt x="2790825" y="0"/>
                </a:lnTo>
                <a:lnTo>
                  <a:pt x="27908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47" name="Shape 45"/>
          <p:cNvSpPr/>
          <p:nvPr/>
        </p:nvSpPr>
        <p:spPr>
          <a:xfrm>
            <a:off x="1317427" y="6443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232" y="95816"/>
                </a:moveTo>
                <a:cubicBezTo>
                  <a:pt x="55305" y="104150"/>
                  <a:pt x="65127" y="109537"/>
                  <a:pt x="76200" y="109537"/>
                </a:cubicBezTo>
                <a:cubicBezTo>
                  <a:pt x="87273" y="109537"/>
                  <a:pt x="97095" y="104150"/>
                  <a:pt x="103168" y="95816"/>
                </a:cubicBezTo>
                <a:cubicBezTo>
                  <a:pt x="105489" y="92631"/>
                  <a:pt x="109954" y="91916"/>
                  <a:pt x="113139" y="94238"/>
                </a:cubicBezTo>
                <a:cubicBezTo>
                  <a:pt x="116324" y="96560"/>
                  <a:pt x="117038" y="101025"/>
                  <a:pt x="114717" y="104209"/>
                </a:cubicBezTo>
                <a:cubicBezTo>
                  <a:pt x="106055" y="116086"/>
                  <a:pt x="92035" y="123825"/>
                  <a:pt x="76200" y="123825"/>
                </a:cubicBezTo>
                <a:cubicBezTo>
                  <a:pt x="60365" y="123825"/>
                  <a:pt x="46345" y="116086"/>
                  <a:pt x="37683" y="104209"/>
                </a:cubicBezTo>
                <a:cubicBezTo>
                  <a:pt x="35362" y="101025"/>
                  <a:pt x="36076" y="96560"/>
                  <a:pt x="39261" y="94238"/>
                </a:cubicBezTo>
                <a:cubicBezTo>
                  <a:pt x="42446" y="91916"/>
                  <a:pt x="46911" y="92631"/>
                  <a:pt x="49232" y="95816"/>
                </a:cubicBezTo>
                <a:close/>
                <a:moveTo>
                  <a:pt x="42863" y="61912"/>
                </a:moveTo>
                <a:cubicBezTo>
                  <a:pt x="42863" y="56656"/>
                  <a:pt x="47131" y="52388"/>
                  <a:pt x="52388" y="52388"/>
                </a:cubicBezTo>
                <a:cubicBezTo>
                  <a:pt x="57644" y="52388"/>
                  <a:pt x="61912" y="56656"/>
                  <a:pt x="61912" y="61912"/>
                </a:cubicBezTo>
                <a:cubicBezTo>
                  <a:pt x="61912" y="67169"/>
                  <a:pt x="57644" y="71438"/>
                  <a:pt x="52388" y="71438"/>
                </a:cubicBezTo>
                <a:cubicBezTo>
                  <a:pt x="47131" y="71438"/>
                  <a:pt x="42863" y="67169"/>
                  <a:pt x="42863" y="61912"/>
                </a:cubicBezTo>
                <a:close/>
                <a:moveTo>
                  <a:pt x="100013" y="52388"/>
                </a:moveTo>
                <a:cubicBezTo>
                  <a:pt x="105269" y="52388"/>
                  <a:pt x="109537" y="56656"/>
                  <a:pt x="109537" y="61912"/>
                </a:cubicBezTo>
                <a:cubicBezTo>
                  <a:pt x="109537" y="67169"/>
                  <a:pt x="105269" y="71438"/>
                  <a:pt x="100013" y="71438"/>
                </a:cubicBezTo>
                <a:cubicBezTo>
                  <a:pt x="94756" y="71438"/>
                  <a:pt x="90488" y="67169"/>
                  <a:pt x="90488" y="61912"/>
                </a:cubicBezTo>
                <a:cubicBezTo>
                  <a:pt x="90488" y="56656"/>
                  <a:pt x="94756" y="52388"/>
                  <a:pt x="100013" y="5238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1565077" y="6405325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85% Satisfaction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725228" y="4105634"/>
            <a:ext cx="3179445" cy="2722245"/>
          </a:xfrm>
          <a:custGeom>
            <a:avLst/>
            <a:gdLst/>
            <a:ahLst/>
            <a:cxnLst/>
            <a:rect l="l" t="t" r="r" b="b"/>
            <a:pathLst>
              <a:path w="3179445" h="2722245">
                <a:moveTo>
                  <a:pt x="152391" y="0"/>
                </a:moveTo>
                <a:lnTo>
                  <a:pt x="3027054" y="0"/>
                </a:lnTo>
                <a:cubicBezTo>
                  <a:pt x="3111217" y="0"/>
                  <a:pt x="3179445" y="68228"/>
                  <a:pt x="3179445" y="152391"/>
                </a:cubicBezTo>
                <a:lnTo>
                  <a:pt x="3179445" y="2569854"/>
                </a:lnTo>
                <a:cubicBezTo>
                  <a:pt x="3179445" y="2654017"/>
                  <a:pt x="3111217" y="2722245"/>
                  <a:pt x="3027054" y="2722245"/>
                </a:cubicBezTo>
                <a:lnTo>
                  <a:pt x="152391" y="2722245"/>
                </a:lnTo>
                <a:cubicBezTo>
                  <a:pt x="68228" y="2722245"/>
                  <a:pt x="0" y="2654017"/>
                  <a:pt x="0" y="2569854"/>
                </a:cubicBezTo>
                <a:lnTo>
                  <a:pt x="0" y="152391"/>
                </a:lnTo>
                <a:cubicBezTo>
                  <a:pt x="0" y="68228"/>
                  <a:pt x="68228" y="0"/>
                  <a:pt x="152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20000"/>
                </a:srgbClr>
              </a:gs>
              <a:gs pos="5000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19537" y="42999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52888" y="443329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4491038" y="4395192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Governance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919537" y="4871442"/>
            <a:ext cx="285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 analytics enable evidence-based decision making, resource optimization, and proactive infrastructure planning.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919537" y="5635823"/>
            <a:ext cx="1362075" cy="533400"/>
          </a:xfrm>
          <a:custGeom>
            <a:avLst/>
            <a:gdLst/>
            <a:ahLst/>
            <a:cxnLst/>
            <a:rect l="l" t="t" r="r" b="b"/>
            <a:pathLst>
              <a:path w="1362075" h="533400">
                <a:moveTo>
                  <a:pt x="76202" y="0"/>
                </a:moveTo>
                <a:lnTo>
                  <a:pt x="1285873" y="0"/>
                </a:lnTo>
                <a:cubicBezTo>
                  <a:pt x="1327958" y="0"/>
                  <a:pt x="1362075" y="34117"/>
                  <a:pt x="1362075" y="76202"/>
                </a:cubicBezTo>
                <a:lnTo>
                  <a:pt x="1362075" y="457198"/>
                </a:lnTo>
                <a:cubicBezTo>
                  <a:pt x="1362075" y="499255"/>
                  <a:pt x="1327930" y="533400"/>
                  <a:pt x="12858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3967163" y="5712023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Points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957638" y="5864307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1M+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353526" y="5635823"/>
            <a:ext cx="1362075" cy="533400"/>
          </a:xfrm>
          <a:custGeom>
            <a:avLst/>
            <a:gdLst/>
            <a:ahLst/>
            <a:cxnLst/>
            <a:rect l="l" t="t" r="r" b="b"/>
            <a:pathLst>
              <a:path w="1362075" h="533400">
                <a:moveTo>
                  <a:pt x="76202" y="0"/>
                </a:moveTo>
                <a:lnTo>
                  <a:pt x="1285873" y="0"/>
                </a:lnTo>
                <a:cubicBezTo>
                  <a:pt x="1327958" y="0"/>
                  <a:pt x="1362075" y="34117"/>
                  <a:pt x="1362075" y="76202"/>
                </a:cubicBezTo>
                <a:lnTo>
                  <a:pt x="1362075" y="457198"/>
                </a:lnTo>
                <a:cubicBezTo>
                  <a:pt x="1362075" y="499255"/>
                  <a:pt x="1327930" y="533400"/>
                  <a:pt x="12858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401151" y="5712023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391626" y="5864307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919537" y="6287217"/>
            <a:ext cx="2790825" cy="7620"/>
          </a:xfrm>
          <a:custGeom>
            <a:avLst/>
            <a:gdLst/>
            <a:ahLst/>
            <a:cxnLst/>
            <a:rect l="l" t="t" r="r" b="b"/>
            <a:pathLst>
              <a:path w="2790825" h="7620">
                <a:moveTo>
                  <a:pt x="0" y="0"/>
                </a:moveTo>
                <a:lnTo>
                  <a:pt x="2790825" y="0"/>
                </a:lnTo>
                <a:lnTo>
                  <a:pt x="27908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61" name="Shape 59"/>
          <p:cNvSpPr/>
          <p:nvPr/>
        </p:nvSpPr>
        <p:spPr>
          <a:xfrm>
            <a:off x="4728091" y="64434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2" name="Text 60"/>
          <p:cNvSpPr/>
          <p:nvPr/>
        </p:nvSpPr>
        <p:spPr>
          <a:xfrm>
            <a:off x="4956691" y="6405325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Planning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065645" y="1223010"/>
            <a:ext cx="4741545" cy="5608320"/>
          </a:xfrm>
          <a:custGeom>
            <a:avLst/>
            <a:gdLst/>
            <a:ahLst/>
            <a:cxnLst/>
            <a:rect l="l" t="t" r="r" b="b"/>
            <a:pathLst>
              <a:path w="4741545" h="5608320">
                <a:moveTo>
                  <a:pt x="152393" y="0"/>
                </a:moveTo>
                <a:lnTo>
                  <a:pt x="4589152" y="0"/>
                </a:lnTo>
                <a:cubicBezTo>
                  <a:pt x="4673316" y="0"/>
                  <a:pt x="4741545" y="68229"/>
                  <a:pt x="4741545" y="152393"/>
                </a:cubicBezTo>
                <a:lnTo>
                  <a:pt x="4741545" y="5455927"/>
                </a:lnTo>
                <a:cubicBezTo>
                  <a:pt x="4741545" y="5540091"/>
                  <a:pt x="4673316" y="5608320"/>
                  <a:pt x="4589152" y="5608320"/>
                </a:cubicBezTo>
                <a:lnTo>
                  <a:pt x="152393" y="5608320"/>
                </a:lnTo>
                <a:cubicBezTo>
                  <a:pt x="68229" y="5608320"/>
                  <a:pt x="0" y="5540091"/>
                  <a:pt x="0" y="545592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60000"/>
                </a:srgbClr>
              </a:gs>
              <a:gs pos="100000">
                <a:srgbClr val="0F172A">
                  <a:alpha val="40000"/>
                </a:srgbClr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02805" y="1417323"/>
            <a:ext cx="4467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City Contribution</a:t>
            </a:r>
            <a:endParaRPr lang="en-US" sz="1600" dirty="0"/>
          </a:p>
        </p:txBody>
      </p:sp>
      <p:pic>
        <p:nvPicPr>
          <p:cNvPr id="65" name="Image 0" descr="https://kimi-img.moonshot.cn/pub/slides/26-02-14-21:36:31-d687kno52ceqe1rc9b10.png">    </p:cNvPr>
          <p:cNvPicPr>
            <a:picLocks noChangeAspect="1"/>
          </p:cNvPicPr>
          <p:nvPr/>
        </p:nvPicPr>
        <p:blipFill>
          <a:blip r:embed="rId1"/>
          <a:srcRect l="0" r="0" t="22" b="22"/>
          <a:stretch/>
        </p:blipFill>
        <p:spPr>
          <a:xfrm>
            <a:off x="7259955" y="1874402"/>
            <a:ext cx="4352925" cy="3086100"/>
          </a:xfrm>
          <a:prstGeom prst="roundRect">
            <a:avLst>
              <a:gd name="adj" fmla="val 0"/>
            </a:avLst>
          </a:prstGeom>
        </p:spPr>
      </p:pic>
      <p:sp>
        <p:nvSpPr>
          <p:cNvPr id="66" name="Shape 63"/>
          <p:cNvSpPr/>
          <p:nvPr/>
        </p:nvSpPr>
        <p:spPr>
          <a:xfrm>
            <a:off x="7263765" y="5121353"/>
            <a:ext cx="4341495" cy="693420"/>
          </a:xfrm>
          <a:custGeom>
            <a:avLst/>
            <a:gdLst/>
            <a:ahLst/>
            <a:cxnLst/>
            <a:rect l="l" t="t" r="r" b="b"/>
            <a:pathLst>
              <a:path w="4341495" h="693420">
                <a:moveTo>
                  <a:pt x="76200" y="0"/>
                </a:moveTo>
                <a:lnTo>
                  <a:pt x="4265295" y="0"/>
                </a:lnTo>
                <a:cubicBezTo>
                  <a:pt x="4307379" y="0"/>
                  <a:pt x="4341495" y="34116"/>
                  <a:pt x="4341495" y="76200"/>
                </a:cubicBezTo>
                <a:lnTo>
                  <a:pt x="4341495" y="617220"/>
                </a:lnTo>
                <a:cubicBezTo>
                  <a:pt x="4341495" y="659304"/>
                  <a:pt x="4307379" y="693420"/>
                  <a:pt x="426529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391400" y="5277566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5250" y="0"/>
                </a:moveTo>
                <a:cubicBezTo>
                  <a:pt x="84743" y="0"/>
                  <a:pt x="76200" y="8543"/>
                  <a:pt x="76200" y="19050"/>
                </a:cubicBezTo>
                <a:lnTo>
                  <a:pt x="76200" y="28575"/>
                </a:lnTo>
                <a:lnTo>
                  <a:pt x="61912" y="28575"/>
                </a:lnTo>
                <a:lnTo>
                  <a:pt x="61912" y="7144"/>
                </a:lnTo>
                <a:cubicBezTo>
                  <a:pt x="61912" y="3185"/>
                  <a:pt x="58728" y="0"/>
                  <a:pt x="54769" y="0"/>
                </a:cubicBezTo>
                <a:cubicBezTo>
                  <a:pt x="50810" y="0"/>
                  <a:pt x="47625" y="3185"/>
                  <a:pt x="47625" y="7144"/>
                </a:cubicBezTo>
                <a:lnTo>
                  <a:pt x="47625" y="28575"/>
                </a:lnTo>
                <a:lnTo>
                  <a:pt x="28575" y="28575"/>
                </a:lnTo>
                <a:lnTo>
                  <a:pt x="28575" y="7144"/>
                </a:lnTo>
                <a:cubicBezTo>
                  <a:pt x="28575" y="3185"/>
                  <a:pt x="25390" y="0"/>
                  <a:pt x="21431" y="0"/>
                </a:cubicBezTo>
                <a:cubicBezTo>
                  <a:pt x="17472" y="0"/>
                  <a:pt x="14288" y="3185"/>
                  <a:pt x="14288" y="7144"/>
                </a:cubicBezTo>
                <a:lnTo>
                  <a:pt x="14288" y="29170"/>
                </a:lnTo>
                <a:cubicBezTo>
                  <a:pt x="6072" y="31284"/>
                  <a:pt x="0" y="38755"/>
                  <a:pt x="0" y="47625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152400" y="152400"/>
                </a:lnTo>
                <a:cubicBezTo>
                  <a:pt x="162907" y="152400"/>
                  <a:pt x="171450" y="143857"/>
                  <a:pt x="171450" y="133350"/>
                </a:cubicBezTo>
                <a:lnTo>
                  <a:pt x="171450" y="76200"/>
                </a:lnTo>
                <a:cubicBezTo>
                  <a:pt x="171450" y="65693"/>
                  <a:pt x="162907" y="57150"/>
                  <a:pt x="152400" y="57150"/>
                </a:cubicBezTo>
                <a:lnTo>
                  <a:pt x="133350" y="57150"/>
                </a:lnTo>
                <a:lnTo>
                  <a:pt x="133350" y="19050"/>
                </a:lnTo>
                <a:cubicBezTo>
                  <a:pt x="133350" y="8543"/>
                  <a:pt x="124807" y="0"/>
                  <a:pt x="114300" y="0"/>
                </a:cubicBezTo>
                <a:lnTo>
                  <a:pt x="95250" y="0"/>
                </a:lnTo>
                <a:close/>
                <a:moveTo>
                  <a:pt x="114300" y="33338"/>
                </a:moveTo>
                <a:lnTo>
                  <a:pt x="114300" y="42863"/>
                </a:lnTo>
                <a:cubicBezTo>
                  <a:pt x="114300" y="45482"/>
                  <a:pt x="112157" y="47625"/>
                  <a:pt x="109537" y="47625"/>
                </a:cubicBezTo>
                <a:lnTo>
                  <a:pt x="100013" y="47625"/>
                </a:lnTo>
                <a:cubicBezTo>
                  <a:pt x="97393" y="47625"/>
                  <a:pt x="95250" y="45482"/>
                  <a:pt x="95250" y="42863"/>
                </a:cubicBezTo>
                <a:lnTo>
                  <a:pt x="95250" y="33338"/>
                </a:lnTo>
                <a:cubicBezTo>
                  <a:pt x="95250" y="30718"/>
                  <a:pt x="97393" y="28575"/>
                  <a:pt x="100013" y="28575"/>
                </a:cubicBezTo>
                <a:lnTo>
                  <a:pt x="109537" y="28575"/>
                </a:lnTo>
                <a:cubicBezTo>
                  <a:pt x="112157" y="28575"/>
                  <a:pt x="114300" y="30718"/>
                  <a:pt x="114300" y="33338"/>
                </a:cubicBezTo>
                <a:close/>
                <a:moveTo>
                  <a:pt x="109537" y="57150"/>
                </a:moveTo>
                <a:cubicBezTo>
                  <a:pt x="112157" y="57150"/>
                  <a:pt x="114300" y="59293"/>
                  <a:pt x="114300" y="61912"/>
                </a:cubicBezTo>
                <a:lnTo>
                  <a:pt x="114300" y="71438"/>
                </a:lnTo>
                <a:cubicBezTo>
                  <a:pt x="114300" y="74057"/>
                  <a:pt x="112157" y="76200"/>
                  <a:pt x="109537" y="76200"/>
                </a:cubicBezTo>
                <a:lnTo>
                  <a:pt x="100013" y="76200"/>
                </a:lnTo>
                <a:cubicBezTo>
                  <a:pt x="97393" y="76200"/>
                  <a:pt x="95250" y="74057"/>
                  <a:pt x="95250" y="71438"/>
                </a:cubicBezTo>
                <a:lnTo>
                  <a:pt x="95250" y="61912"/>
                </a:lnTo>
                <a:cubicBezTo>
                  <a:pt x="95250" y="59293"/>
                  <a:pt x="97393" y="57150"/>
                  <a:pt x="100013" y="57150"/>
                </a:cubicBezTo>
                <a:lnTo>
                  <a:pt x="109537" y="57150"/>
                </a:lnTo>
                <a:close/>
                <a:moveTo>
                  <a:pt x="114300" y="90488"/>
                </a:moveTo>
                <a:lnTo>
                  <a:pt x="114300" y="100013"/>
                </a:lnTo>
                <a:cubicBezTo>
                  <a:pt x="114300" y="102632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2632"/>
                  <a:pt x="95250" y="100013"/>
                </a:cubicBezTo>
                <a:lnTo>
                  <a:pt x="95250" y="90488"/>
                </a:lnTo>
                <a:cubicBezTo>
                  <a:pt x="95250" y="87868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7868"/>
                  <a:pt x="114300" y="90488"/>
                </a:cubicBezTo>
                <a:close/>
                <a:moveTo>
                  <a:pt x="147638" y="85725"/>
                </a:moveTo>
                <a:cubicBezTo>
                  <a:pt x="150257" y="85725"/>
                  <a:pt x="152400" y="87868"/>
                  <a:pt x="152400" y="90488"/>
                </a:cubicBezTo>
                <a:lnTo>
                  <a:pt x="152400" y="100013"/>
                </a:lnTo>
                <a:cubicBezTo>
                  <a:pt x="152400" y="102632"/>
                  <a:pt x="150257" y="104775"/>
                  <a:pt x="147638" y="104775"/>
                </a:cubicBezTo>
                <a:lnTo>
                  <a:pt x="138113" y="104775"/>
                </a:lnTo>
                <a:cubicBezTo>
                  <a:pt x="135493" y="104775"/>
                  <a:pt x="133350" y="102632"/>
                  <a:pt x="133350" y="100013"/>
                </a:cubicBezTo>
                <a:lnTo>
                  <a:pt x="133350" y="90488"/>
                </a:lnTo>
                <a:cubicBezTo>
                  <a:pt x="133350" y="87868"/>
                  <a:pt x="135493" y="85725"/>
                  <a:pt x="138113" y="85725"/>
                </a:cubicBezTo>
                <a:lnTo>
                  <a:pt x="147638" y="85725"/>
                </a:lnTo>
                <a:close/>
                <a:moveTo>
                  <a:pt x="76200" y="90488"/>
                </a:moveTo>
                <a:lnTo>
                  <a:pt x="76200" y="100013"/>
                </a:lnTo>
                <a:cubicBezTo>
                  <a:pt x="76200" y="102632"/>
                  <a:pt x="74057" y="104775"/>
                  <a:pt x="71438" y="104775"/>
                </a:cubicBezTo>
                <a:lnTo>
                  <a:pt x="61912" y="104775"/>
                </a:lnTo>
                <a:cubicBezTo>
                  <a:pt x="59293" y="104775"/>
                  <a:pt x="57150" y="102632"/>
                  <a:pt x="57150" y="100013"/>
                </a:cubicBezTo>
                <a:lnTo>
                  <a:pt x="57150" y="90488"/>
                </a:lnTo>
                <a:cubicBezTo>
                  <a:pt x="57150" y="87868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7868"/>
                  <a:pt x="76200" y="90488"/>
                </a:cubicBezTo>
                <a:close/>
                <a:moveTo>
                  <a:pt x="71438" y="57150"/>
                </a:moveTo>
                <a:cubicBezTo>
                  <a:pt x="74057" y="57150"/>
                  <a:pt x="76200" y="59293"/>
                  <a:pt x="76200" y="61912"/>
                </a:cubicBezTo>
                <a:lnTo>
                  <a:pt x="76200" y="71438"/>
                </a:lnTo>
                <a:cubicBezTo>
                  <a:pt x="76200" y="74057"/>
                  <a:pt x="74057" y="76200"/>
                  <a:pt x="71438" y="76200"/>
                </a:cubicBezTo>
                <a:lnTo>
                  <a:pt x="61912" y="76200"/>
                </a:lnTo>
                <a:cubicBezTo>
                  <a:pt x="59293" y="76200"/>
                  <a:pt x="57150" y="74057"/>
                  <a:pt x="57150" y="71438"/>
                </a:cubicBezTo>
                <a:lnTo>
                  <a:pt x="57150" y="61912"/>
                </a:lnTo>
                <a:cubicBezTo>
                  <a:pt x="57150" y="59293"/>
                  <a:pt x="59293" y="57150"/>
                  <a:pt x="61912" y="57150"/>
                </a:cubicBezTo>
                <a:lnTo>
                  <a:pt x="71438" y="57150"/>
                </a:lnTo>
                <a:close/>
                <a:moveTo>
                  <a:pt x="38100" y="90488"/>
                </a:moveTo>
                <a:lnTo>
                  <a:pt x="38100" y="100013"/>
                </a:lnTo>
                <a:cubicBezTo>
                  <a:pt x="38100" y="102632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2632"/>
                  <a:pt x="19050" y="100013"/>
                </a:cubicBezTo>
                <a:lnTo>
                  <a:pt x="19050" y="90488"/>
                </a:lnTo>
                <a:cubicBezTo>
                  <a:pt x="19050" y="87868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7868"/>
                  <a:pt x="38100" y="90488"/>
                </a:cubicBezTo>
                <a:close/>
                <a:moveTo>
                  <a:pt x="33338" y="57150"/>
                </a:moveTo>
                <a:cubicBezTo>
                  <a:pt x="35957" y="57150"/>
                  <a:pt x="38100" y="59293"/>
                  <a:pt x="38100" y="61912"/>
                </a:cubicBezTo>
                <a:lnTo>
                  <a:pt x="38100" y="71438"/>
                </a:lnTo>
                <a:cubicBezTo>
                  <a:pt x="38100" y="74057"/>
                  <a:pt x="35957" y="76200"/>
                  <a:pt x="33338" y="76200"/>
                </a:cubicBezTo>
                <a:lnTo>
                  <a:pt x="23813" y="76200"/>
                </a:lnTo>
                <a:cubicBezTo>
                  <a:pt x="21193" y="76200"/>
                  <a:pt x="19050" y="74057"/>
                  <a:pt x="19050" y="71438"/>
                </a:cubicBezTo>
                <a:lnTo>
                  <a:pt x="19050" y="61912"/>
                </a:lnTo>
                <a:cubicBezTo>
                  <a:pt x="19050" y="59293"/>
                  <a:pt x="21193" y="57150"/>
                  <a:pt x="23813" y="57150"/>
                </a:cubicBezTo>
                <a:lnTo>
                  <a:pt x="33338" y="5715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8" name="Text 65"/>
          <p:cNvSpPr/>
          <p:nvPr/>
        </p:nvSpPr>
        <p:spPr>
          <a:xfrm>
            <a:off x="7648575" y="5239466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City Integration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7381875" y="5506166"/>
            <a:ext cx="417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Aligns with national smart city mission objectives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7263765" y="5936694"/>
            <a:ext cx="4341495" cy="693420"/>
          </a:xfrm>
          <a:custGeom>
            <a:avLst/>
            <a:gdLst/>
            <a:ahLst/>
            <a:cxnLst/>
            <a:rect l="l" t="t" r="r" b="b"/>
            <a:pathLst>
              <a:path w="4341495" h="693420">
                <a:moveTo>
                  <a:pt x="76200" y="0"/>
                </a:moveTo>
                <a:lnTo>
                  <a:pt x="4265295" y="0"/>
                </a:lnTo>
                <a:cubicBezTo>
                  <a:pt x="4307379" y="0"/>
                  <a:pt x="4341495" y="34116"/>
                  <a:pt x="4341495" y="76200"/>
                </a:cubicBezTo>
                <a:lnTo>
                  <a:pt x="4341495" y="617220"/>
                </a:lnTo>
                <a:cubicBezTo>
                  <a:pt x="4341495" y="659304"/>
                  <a:pt x="4307379" y="693420"/>
                  <a:pt x="426529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400925" y="609290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0285" y="1994"/>
                </a:moveTo>
                <a:cubicBezTo>
                  <a:pt x="142190" y="179"/>
                  <a:pt x="144959" y="-476"/>
                  <a:pt x="147518" y="357"/>
                </a:cubicBezTo>
                <a:cubicBezTo>
                  <a:pt x="150435" y="1339"/>
                  <a:pt x="152400" y="4078"/>
                  <a:pt x="152400" y="7144"/>
                </a:cubicBezTo>
                <a:lnTo>
                  <a:pt x="152400" y="62776"/>
                </a:lnTo>
                <a:cubicBezTo>
                  <a:pt x="152400" y="101828"/>
                  <a:pt x="120223" y="133350"/>
                  <a:pt x="81320" y="133350"/>
                </a:cubicBezTo>
                <a:cubicBezTo>
                  <a:pt x="58400" y="133350"/>
                  <a:pt x="38636" y="118616"/>
                  <a:pt x="31462" y="98018"/>
                </a:cubicBezTo>
                <a:cubicBezTo>
                  <a:pt x="20925" y="107186"/>
                  <a:pt x="14287" y="120670"/>
                  <a:pt x="14287" y="135731"/>
                </a:cubicBezTo>
                <a:cubicBezTo>
                  <a:pt x="14287" y="139690"/>
                  <a:pt x="11103" y="142875"/>
                  <a:pt x="7144" y="142875"/>
                </a:cubicBezTo>
                <a:cubicBezTo>
                  <a:pt x="3185" y="142875"/>
                  <a:pt x="0" y="139690"/>
                  <a:pt x="0" y="135731"/>
                </a:cubicBezTo>
                <a:cubicBezTo>
                  <a:pt x="0" y="113437"/>
                  <a:pt x="11370" y="93791"/>
                  <a:pt x="28605" y="82242"/>
                </a:cubicBezTo>
                <a:cubicBezTo>
                  <a:pt x="39112" y="75218"/>
                  <a:pt x="51643" y="71438"/>
                  <a:pt x="64294" y="71438"/>
                </a:cubicBezTo>
                <a:lnTo>
                  <a:pt x="88106" y="71438"/>
                </a:lnTo>
                <a:cubicBezTo>
                  <a:pt x="92065" y="71438"/>
                  <a:pt x="95250" y="68253"/>
                  <a:pt x="95250" y="64294"/>
                </a:cubicBezTo>
                <a:cubicBezTo>
                  <a:pt x="95250" y="60335"/>
                  <a:pt x="92065" y="57150"/>
                  <a:pt x="88106" y="57150"/>
                </a:cubicBezTo>
                <a:lnTo>
                  <a:pt x="64294" y="57150"/>
                </a:lnTo>
                <a:cubicBezTo>
                  <a:pt x="52477" y="57150"/>
                  <a:pt x="41285" y="59769"/>
                  <a:pt x="31254" y="64443"/>
                </a:cubicBezTo>
                <a:cubicBezTo>
                  <a:pt x="38189" y="43607"/>
                  <a:pt x="57805" y="28575"/>
                  <a:pt x="80962" y="28575"/>
                </a:cubicBezTo>
                <a:cubicBezTo>
                  <a:pt x="100727" y="28575"/>
                  <a:pt x="115431" y="21997"/>
                  <a:pt x="125224" y="15478"/>
                </a:cubicBezTo>
                <a:cubicBezTo>
                  <a:pt x="130939" y="11668"/>
                  <a:pt x="135791" y="7114"/>
                  <a:pt x="140315" y="199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2" name="Text 69"/>
          <p:cNvSpPr/>
          <p:nvPr/>
        </p:nvSpPr>
        <p:spPr>
          <a:xfrm>
            <a:off x="7648575" y="6054807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Sustainable Development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7381875" y="6321507"/>
            <a:ext cx="417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traffic emissions through better flow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b6243b1e4d85e2ba5cfdc6bde777f4f01aad1a5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3858" r="3858" t="0" b="0"/>
          <a:stretch/>
        </p:blipFill>
        <p:spPr>
          <a:xfrm>
            <a:off x="0" y="0"/>
            <a:ext cx="12192000" cy="685975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757"/>
          </a:xfrm>
          <a:custGeom>
            <a:avLst/>
            <a:gdLst/>
            <a:ahLst/>
            <a:cxnLst/>
            <a:rect l="l" t="t" r="r" b="b"/>
            <a:pathLst>
              <a:path w="12192000" h="6859757">
                <a:moveTo>
                  <a:pt x="0" y="0"/>
                </a:moveTo>
                <a:lnTo>
                  <a:pt x="12192000" y="0"/>
                </a:lnTo>
                <a:lnTo>
                  <a:pt x="12192000" y="6859757"/>
                </a:lnTo>
                <a:lnTo>
                  <a:pt x="0" y="685975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3B82F6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74850" y="374850"/>
            <a:ext cx="271766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spc="52" kern="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Roadmap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4850" y="599760"/>
            <a:ext cx="2876975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2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613413" y="539786"/>
            <a:ext cx="1207017" cy="344862"/>
          </a:xfrm>
          <a:custGeom>
            <a:avLst/>
            <a:gdLst/>
            <a:ahLst/>
            <a:cxnLst/>
            <a:rect l="l" t="t" r="r" b="b"/>
            <a:pathLst>
              <a:path w="1207017" h="344862">
                <a:moveTo>
                  <a:pt x="74970" y="0"/>
                </a:moveTo>
                <a:lnTo>
                  <a:pt x="1132048" y="0"/>
                </a:lnTo>
                <a:cubicBezTo>
                  <a:pt x="1173425" y="0"/>
                  <a:pt x="1207017" y="33593"/>
                  <a:pt x="1207017" y="74970"/>
                </a:cubicBezTo>
                <a:lnTo>
                  <a:pt x="1207017" y="269893"/>
                </a:lnTo>
                <a:cubicBezTo>
                  <a:pt x="1207017" y="311297"/>
                  <a:pt x="1173452" y="344862"/>
                  <a:pt x="1132048" y="344862"/>
                </a:cubicBezTo>
                <a:lnTo>
                  <a:pt x="74970" y="344862"/>
                </a:lnTo>
                <a:cubicBezTo>
                  <a:pt x="33565" y="344862"/>
                  <a:pt x="0" y="311297"/>
                  <a:pt x="0" y="269893"/>
                </a:cubicBezTo>
                <a:lnTo>
                  <a:pt x="0" y="74970"/>
                </a:lnTo>
                <a:cubicBezTo>
                  <a:pt x="0" y="33593"/>
                  <a:pt x="33593" y="0"/>
                  <a:pt x="74970" y="0"/>
                </a:cubicBezTo>
                <a:close/>
              </a:path>
            </a:pathLst>
          </a:custGeom>
          <a:solidFill>
            <a:srgbClr val="22D3EE">
              <a:alpha val="10196"/>
            </a:srgbClr>
          </a:soli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785844" y="637245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37485" y="93713"/>
                </a:moveTo>
                <a:lnTo>
                  <a:pt x="7175" y="93713"/>
                </a:lnTo>
                <a:cubicBezTo>
                  <a:pt x="-117" y="93713"/>
                  <a:pt x="-4598" y="85776"/>
                  <a:pt x="-849" y="79509"/>
                </a:cubicBezTo>
                <a:lnTo>
                  <a:pt x="14643" y="53680"/>
                </a:lnTo>
                <a:cubicBezTo>
                  <a:pt x="17190" y="49433"/>
                  <a:pt x="21759" y="46856"/>
                  <a:pt x="26708" y="46856"/>
                </a:cubicBezTo>
                <a:lnTo>
                  <a:pt x="54529" y="46856"/>
                </a:lnTo>
                <a:cubicBezTo>
                  <a:pt x="76815" y="9108"/>
                  <a:pt x="110054" y="7204"/>
                  <a:pt x="132281" y="10455"/>
                </a:cubicBezTo>
                <a:cubicBezTo>
                  <a:pt x="136030" y="11011"/>
                  <a:pt x="138958" y="13940"/>
                  <a:pt x="139485" y="17659"/>
                </a:cubicBezTo>
                <a:cubicBezTo>
                  <a:pt x="142736" y="39886"/>
                  <a:pt x="140832" y="73125"/>
                  <a:pt x="103084" y="95411"/>
                </a:cubicBezTo>
                <a:lnTo>
                  <a:pt x="103084" y="123232"/>
                </a:lnTo>
                <a:cubicBezTo>
                  <a:pt x="103084" y="128181"/>
                  <a:pt x="100507" y="132750"/>
                  <a:pt x="96260" y="135297"/>
                </a:cubicBezTo>
                <a:lnTo>
                  <a:pt x="70431" y="150789"/>
                </a:lnTo>
                <a:cubicBezTo>
                  <a:pt x="64193" y="154538"/>
                  <a:pt x="56228" y="150028"/>
                  <a:pt x="56228" y="142765"/>
                </a:cubicBezTo>
                <a:lnTo>
                  <a:pt x="56228" y="112455"/>
                </a:lnTo>
                <a:cubicBezTo>
                  <a:pt x="56228" y="102117"/>
                  <a:pt x="47823" y="93713"/>
                  <a:pt x="37485" y="93713"/>
                </a:cubicBezTo>
                <a:lnTo>
                  <a:pt x="37456" y="93713"/>
                </a:lnTo>
                <a:close/>
                <a:moveTo>
                  <a:pt x="117141" y="46856"/>
                </a:moveTo>
                <a:cubicBezTo>
                  <a:pt x="117141" y="39098"/>
                  <a:pt x="110842" y="32799"/>
                  <a:pt x="103084" y="32799"/>
                </a:cubicBezTo>
                <a:cubicBezTo>
                  <a:pt x="95326" y="32799"/>
                  <a:pt x="89027" y="39098"/>
                  <a:pt x="89027" y="46856"/>
                </a:cubicBezTo>
                <a:cubicBezTo>
                  <a:pt x="89027" y="54614"/>
                  <a:pt x="95326" y="60913"/>
                  <a:pt x="103084" y="60913"/>
                </a:cubicBezTo>
                <a:cubicBezTo>
                  <a:pt x="110842" y="60913"/>
                  <a:pt x="117141" y="54614"/>
                  <a:pt x="117141" y="4685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11029497" y="618503"/>
            <a:ext cx="702844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Phase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8599" y="1203269"/>
            <a:ext cx="3681028" cy="2743903"/>
          </a:xfrm>
          <a:custGeom>
            <a:avLst/>
            <a:gdLst/>
            <a:ahLst/>
            <a:cxnLst/>
            <a:rect l="l" t="t" r="r" b="b"/>
            <a:pathLst>
              <a:path w="3681028" h="2743903">
                <a:moveTo>
                  <a:pt x="149927" y="0"/>
                </a:moveTo>
                <a:lnTo>
                  <a:pt x="3531101" y="0"/>
                </a:lnTo>
                <a:cubicBezTo>
                  <a:pt x="3613904" y="0"/>
                  <a:pt x="3681028" y="67125"/>
                  <a:pt x="3681028" y="149927"/>
                </a:cubicBezTo>
                <a:lnTo>
                  <a:pt x="3681028" y="2593976"/>
                </a:lnTo>
                <a:cubicBezTo>
                  <a:pt x="3681028" y="2676778"/>
                  <a:pt x="3613904" y="2743903"/>
                  <a:pt x="3531101" y="2743903"/>
                </a:cubicBezTo>
                <a:lnTo>
                  <a:pt x="149927" y="2743903"/>
                </a:lnTo>
                <a:cubicBezTo>
                  <a:pt x="67180" y="2743903"/>
                  <a:pt x="0" y="2676723"/>
                  <a:pt x="0" y="2593976"/>
                </a:cubicBezTo>
                <a:lnTo>
                  <a:pt x="0" y="149927"/>
                </a:lnTo>
                <a:cubicBezTo>
                  <a:pt x="0" y="67180"/>
                  <a:pt x="67180" y="0"/>
                  <a:pt x="149927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9772" y="1394445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00970" y="1525643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64427" y="8786"/>
                </a:moveTo>
                <a:cubicBezTo>
                  <a:pt x="64427" y="3917"/>
                  <a:pt x="60510" y="0"/>
                  <a:pt x="55642" y="0"/>
                </a:cubicBezTo>
                <a:cubicBezTo>
                  <a:pt x="50773" y="0"/>
                  <a:pt x="46856" y="3917"/>
                  <a:pt x="46856" y="8786"/>
                </a:cubicBezTo>
                <a:lnTo>
                  <a:pt x="46856" y="23428"/>
                </a:lnTo>
                <a:cubicBezTo>
                  <a:pt x="33934" y="23428"/>
                  <a:pt x="23428" y="33934"/>
                  <a:pt x="23428" y="46856"/>
                </a:cubicBezTo>
                <a:lnTo>
                  <a:pt x="8786" y="46856"/>
                </a:lnTo>
                <a:cubicBezTo>
                  <a:pt x="3917" y="46856"/>
                  <a:pt x="0" y="50773"/>
                  <a:pt x="0" y="55642"/>
                </a:cubicBezTo>
                <a:cubicBezTo>
                  <a:pt x="0" y="60510"/>
                  <a:pt x="3917" y="64427"/>
                  <a:pt x="8786" y="64427"/>
                </a:cubicBezTo>
                <a:lnTo>
                  <a:pt x="23428" y="64427"/>
                </a:lnTo>
                <a:lnTo>
                  <a:pt x="23428" y="84927"/>
                </a:lnTo>
                <a:lnTo>
                  <a:pt x="8786" y="84927"/>
                </a:lnTo>
                <a:cubicBezTo>
                  <a:pt x="3917" y="84927"/>
                  <a:pt x="0" y="88844"/>
                  <a:pt x="0" y="93713"/>
                </a:cubicBezTo>
                <a:cubicBezTo>
                  <a:pt x="0" y="98581"/>
                  <a:pt x="3917" y="102498"/>
                  <a:pt x="8786" y="102498"/>
                </a:cubicBezTo>
                <a:lnTo>
                  <a:pt x="23428" y="102498"/>
                </a:lnTo>
                <a:lnTo>
                  <a:pt x="23428" y="122998"/>
                </a:lnTo>
                <a:lnTo>
                  <a:pt x="8786" y="122998"/>
                </a:lnTo>
                <a:cubicBezTo>
                  <a:pt x="3917" y="122998"/>
                  <a:pt x="0" y="126915"/>
                  <a:pt x="0" y="131783"/>
                </a:cubicBezTo>
                <a:cubicBezTo>
                  <a:pt x="0" y="136652"/>
                  <a:pt x="3917" y="140569"/>
                  <a:pt x="8786" y="140569"/>
                </a:cubicBezTo>
                <a:lnTo>
                  <a:pt x="23428" y="140569"/>
                </a:lnTo>
                <a:cubicBezTo>
                  <a:pt x="23428" y="153491"/>
                  <a:pt x="33934" y="163997"/>
                  <a:pt x="46856" y="163997"/>
                </a:cubicBezTo>
                <a:lnTo>
                  <a:pt x="46856" y="178640"/>
                </a:lnTo>
                <a:cubicBezTo>
                  <a:pt x="46856" y="183508"/>
                  <a:pt x="50773" y="187425"/>
                  <a:pt x="55642" y="187425"/>
                </a:cubicBezTo>
                <a:cubicBezTo>
                  <a:pt x="60510" y="187425"/>
                  <a:pt x="64427" y="183508"/>
                  <a:pt x="64427" y="178640"/>
                </a:cubicBezTo>
                <a:lnTo>
                  <a:pt x="64427" y="163997"/>
                </a:lnTo>
                <a:lnTo>
                  <a:pt x="84927" y="163997"/>
                </a:lnTo>
                <a:lnTo>
                  <a:pt x="84927" y="178640"/>
                </a:lnTo>
                <a:cubicBezTo>
                  <a:pt x="84927" y="183508"/>
                  <a:pt x="88844" y="187425"/>
                  <a:pt x="93713" y="187425"/>
                </a:cubicBezTo>
                <a:cubicBezTo>
                  <a:pt x="98581" y="187425"/>
                  <a:pt x="102498" y="183508"/>
                  <a:pt x="102498" y="178640"/>
                </a:cubicBezTo>
                <a:lnTo>
                  <a:pt x="102498" y="163997"/>
                </a:lnTo>
                <a:lnTo>
                  <a:pt x="122998" y="163997"/>
                </a:lnTo>
                <a:lnTo>
                  <a:pt x="122998" y="178640"/>
                </a:lnTo>
                <a:cubicBezTo>
                  <a:pt x="122998" y="183508"/>
                  <a:pt x="126915" y="187425"/>
                  <a:pt x="131783" y="187425"/>
                </a:cubicBezTo>
                <a:cubicBezTo>
                  <a:pt x="136652" y="187425"/>
                  <a:pt x="140569" y="183508"/>
                  <a:pt x="140569" y="178640"/>
                </a:cubicBezTo>
                <a:lnTo>
                  <a:pt x="140569" y="163997"/>
                </a:lnTo>
                <a:cubicBezTo>
                  <a:pt x="153491" y="163997"/>
                  <a:pt x="163997" y="153491"/>
                  <a:pt x="163997" y="140569"/>
                </a:cubicBezTo>
                <a:lnTo>
                  <a:pt x="178640" y="140569"/>
                </a:lnTo>
                <a:cubicBezTo>
                  <a:pt x="183508" y="140569"/>
                  <a:pt x="187425" y="136652"/>
                  <a:pt x="187425" y="131783"/>
                </a:cubicBezTo>
                <a:cubicBezTo>
                  <a:pt x="187425" y="126915"/>
                  <a:pt x="183508" y="122998"/>
                  <a:pt x="178640" y="122998"/>
                </a:cubicBezTo>
                <a:lnTo>
                  <a:pt x="163997" y="122998"/>
                </a:lnTo>
                <a:lnTo>
                  <a:pt x="163997" y="102498"/>
                </a:lnTo>
                <a:lnTo>
                  <a:pt x="178640" y="102498"/>
                </a:lnTo>
                <a:cubicBezTo>
                  <a:pt x="183508" y="102498"/>
                  <a:pt x="187425" y="98581"/>
                  <a:pt x="187425" y="93713"/>
                </a:cubicBezTo>
                <a:cubicBezTo>
                  <a:pt x="187425" y="88844"/>
                  <a:pt x="183508" y="84927"/>
                  <a:pt x="178640" y="84927"/>
                </a:cubicBezTo>
                <a:lnTo>
                  <a:pt x="163997" y="84927"/>
                </a:lnTo>
                <a:lnTo>
                  <a:pt x="163997" y="64427"/>
                </a:lnTo>
                <a:lnTo>
                  <a:pt x="178640" y="64427"/>
                </a:lnTo>
                <a:cubicBezTo>
                  <a:pt x="183508" y="64427"/>
                  <a:pt x="187425" y="60510"/>
                  <a:pt x="187425" y="55642"/>
                </a:cubicBezTo>
                <a:cubicBezTo>
                  <a:pt x="187425" y="50773"/>
                  <a:pt x="183508" y="46856"/>
                  <a:pt x="178640" y="46856"/>
                </a:cubicBezTo>
                <a:lnTo>
                  <a:pt x="163997" y="46856"/>
                </a:lnTo>
                <a:cubicBezTo>
                  <a:pt x="163997" y="33934"/>
                  <a:pt x="153491" y="23428"/>
                  <a:pt x="140569" y="23428"/>
                </a:cubicBezTo>
                <a:lnTo>
                  <a:pt x="140569" y="8786"/>
                </a:lnTo>
                <a:cubicBezTo>
                  <a:pt x="140569" y="3917"/>
                  <a:pt x="136652" y="0"/>
                  <a:pt x="131783" y="0"/>
                </a:cubicBezTo>
                <a:cubicBezTo>
                  <a:pt x="126915" y="0"/>
                  <a:pt x="122998" y="3917"/>
                  <a:pt x="122998" y="8786"/>
                </a:cubicBezTo>
                <a:lnTo>
                  <a:pt x="122998" y="23428"/>
                </a:lnTo>
                <a:lnTo>
                  <a:pt x="102498" y="23428"/>
                </a:lnTo>
                <a:lnTo>
                  <a:pt x="102498" y="8786"/>
                </a:lnTo>
                <a:cubicBezTo>
                  <a:pt x="102498" y="3917"/>
                  <a:pt x="98581" y="0"/>
                  <a:pt x="93713" y="0"/>
                </a:cubicBezTo>
                <a:cubicBezTo>
                  <a:pt x="88844" y="0"/>
                  <a:pt x="84927" y="3917"/>
                  <a:pt x="84927" y="8786"/>
                </a:cubicBezTo>
                <a:lnTo>
                  <a:pt x="84927" y="23428"/>
                </a:lnTo>
                <a:lnTo>
                  <a:pt x="64427" y="23428"/>
                </a:lnTo>
                <a:lnTo>
                  <a:pt x="64427" y="8786"/>
                </a:lnTo>
                <a:close/>
                <a:moveTo>
                  <a:pt x="58570" y="46856"/>
                </a:moveTo>
                <a:lnTo>
                  <a:pt x="128855" y="46856"/>
                </a:lnTo>
                <a:cubicBezTo>
                  <a:pt x="135334" y="46856"/>
                  <a:pt x="140569" y="52091"/>
                  <a:pt x="140569" y="58570"/>
                </a:cubicBezTo>
                <a:lnTo>
                  <a:pt x="140569" y="128855"/>
                </a:lnTo>
                <a:cubicBezTo>
                  <a:pt x="140569" y="135334"/>
                  <a:pt x="135334" y="140569"/>
                  <a:pt x="128855" y="140569"/>
                </a:cubicBezTo>
                <a:lnTo>
                  <a:pt x="58570" y="140569"/>
                </a:lnTo>
                <a:cubicBezTo>
                  <a:pt x="52091" y="140569"/>
                  <a:pt x="46856" y="135334"/>
                  <a:pt x="46856" y="128855"/>
                </a:cubicBezTo>
                <a:lnTo>
                  <a:pt x="46856" y="58570"/>
                </a:lnTo>
                <a:cubicBezTo>
                  <a:pt x="46856" y="52091"/>
                  <a:pt x="52091" y="46856"/>
                  <a:pt x="58570" y="46856"/>
                </a:cubicBezTo>
                <a:close/>
                <a:moveTo>
                  <a:pt x="64427" y="64427"/>
                </a:moveTo>
                <a:lnTo>
                  <a:pt x="64427" y="122998"/>
                </a:lnTo>
                <a:lnTo>
                  <a:pt x="122998" y="122998"/>
                </a:lnTo>
                <a:lnTo>
                  <a:pt x="122998" y="64427"/>
                </a:lnTo>
                <a:lnTo>
                  <a:pt x="64427" y="6442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1132047" y="1413188"/>
            <a:ext cx="1724311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Sensor Integration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32047" y="1675583"/>
            <a:ext cx="1696197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2 - Q3 2026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69772" y="1956720"/>
            <a:ext cx="3364280" cy="63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IoT sensors across the city for real-time monitoring of road conditions, traffic flow, and environmental factors without citizen reporting.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69772" y="2708763"/>
            <a:ext cx="3298681" cy="299880"/>
          </a:xfrm>
          <a:custGeom>
            <a:avLst/>
            <a:gdLst/>
            <a:ahLst/>
            <a:cxnLst/>
            <a:rect l="l" t="t" r="r" b="b"/>
            <a:pathLst>
              <a:path w="3298681" h="299880">
                <a:moveTo>
                  <a:pt x="74970" y="0"/>
                </a:moveTo>
                <a:lnTo>
                  <a:pt x="3223711" y="0"/>
                </a:lnTo>
                <a:cubicBezTo>
                  <a:pt x="3265116" y="0"/>
                  <a:pt x="3298681" y="33565"/>
                  <a:pt x="3298681" y="74970"/>
                </a:cubicBezTo>
                <a:lnTo>
                  <a:pt x="3298681" y="224910"/>
                </a:lnTo>
                <a:cubicBezTo>
                  <a:pt x="3298681" y="266315"/>
                  <a:pt x="3265116" y="299880"/>
                  <a:pt x="3223711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65828" y="2802357"/>
            <a:ext cx="98398" cy="112455"/>
          </a:xfrm>
          <a:custGeom>
            <a:avLst/>
            <a:gdLst/>
            <a:ahLst/>
            <a:cxnLst/>
            <a:rect l="l" t="t" r="r" b="b"/>
            <a:pathLst>
              <a:path w="98398" h="112455">
                <a:moveTo>
                  <a:pt x="95499" y="15397"/>
                </a:moveTo>
                <a:cubicBezTo>
                  <a:pt x="98640" y="17681"/>
                  <a:pt x="99343" y="22074"/>
                  <a:pt x="97058" y="25215"/>
                </a:cubicBezTo>
                <a:lnTo>
                  <a:pt x="40831" y="102527"/>
                </a:lnTo>
                <a:cubicBezTo>
                  <a:pt x="39623" y="104197"/>
                  <a:pt x="37756" y="105229"/>
                  <a:pt x="35691" y="105405"/>
                </a:cubicBezTo>
                <a:cubicBezTo>
                  <a:pt x="33627" y="105580"/>
                  <a:pt x="31628" y="104812"/>
                  <a:pt x="30178" y="103362"/>
                </a:cubicBezTo>
                <a:lnTo>
                  <a:pt x="2065" y="75248"/>
                </a:lnTo>
                <a:cubicBezTo>
                  <a:pt x="-681" y="72503"/>
                  <a:pt x="-681" y="68044"/>
                  <a:pt x="2065" y="65299"/>
                </a:cubicBezTo>
                <a:cubicBezTo>
                  <a:pt x="4810" y="62553"/>
                  <a:pt x="9269" y="62553"/>
                  <a:pt x="12014" y="65299"/>
                </a:cubicBezTo>
                <a:lnTo>
                  <a:pt x="34308" y="87592"/>
                </a:lnTo>
                <a:lnTo>
                  <a:pt x="85703" y="16934"/>
                </a:lnTo>
                <a:cubicBezTo>
                  <a:pt x="87987" y="13793"/>
                  <a:pt x="92380" y="13090"/>
                  <a:pt x="95521" y="153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7" name="Text 14"/>
          <p:cNvSpPr/>
          <p:nvPr/>
        </p:nvSpPr>
        <p:spPr>
          <a:xfrm>
            <a:off x="860281" y="2783733"/>
            <a:ext cx="1949221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Vibration sensors for pothole detection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69772" y="3083495"/>
            <a:ext cx="3298681" cy="299880"/>
          </a:xfrm>
          <a:custGeom>
            <a:avLst/>
            <a:gdLst/>
            <a:ahLst/>
            <a:cxnLst/>
            <a:rect l="l" t="t" r="r" b="b"/>
            <a:pathLst>
              <a:path w="3298681" h="299880">
                <a:moveTo>
                  <a:pt x="74970" y="0"/>
                </a:moveTo>
                <a:lnTo>
                  <a:pt x="3223711" y="0"/>
                </a:lnTo>
                <a:cubicBezTo>
                  <a:pt x="3265116" y="0"/>
                  <a:pt x="3298681" y="33565"/>
                  <a:pt x="3298681" y="74970"/>
                </a:cubicBezTo>
                <a:lnTo>
                  <a:pt x="3298681" y="224910"/>
                </a:lnTo>
                <a:cubicBezTo>
                  <a:pt x="3298681" y="266315"/>
                  <a:pt x="3265116" y="299880"/>
                  <a:pt x="3223711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65828" y="3177088"/>
            <a:ext cx="98398" cy="112455"/>
          </a:xfrm>
          <a:custGeom>
            <a:avLst/>
            <a:gdLst/>
            <a:ahLst/>
            <a:cxnLst/>
            <a:rect l="l" t="t" r="r" b="b"/>
            <a:pathLst>
              <a:path w="98398" h="112455">
                <a:moveTo>
                  <a:pt x="95499" y="15397"/>
                </a:moveTo>
                <a:cubicBezTo>
                  <a:pt x="98640" y="17681"/>
                  <a:pt x="99343" y="22074"/>
                  <a:pt x="97058" y="25215"/>
                </a:cubicBezTo>
                <a:lnTo>
                  <a:pt x="40831" y="102527"/>
                </a:lnTo>
                <a:cubicBezTo>
                  <a:pt x="39623" y="104197"/>
                  <a:pt x="37756" y="105229"/>
                  <a:pt x="35691" y="105405"/>
                </a:cubicBezTo>
                <a:cubicBezTo>
                  <a:pt x="33627" y="105580"/>
                  <a:pt x="31628" y="104812"/>
                  <a:pt x="30178" y="103362"/>
                </a:cubicBezTo>
                <a:lnTo>
                  <a:pt x="2065" y="75248"/>
                </a:lnTo>
                <a:cubicBezTo>
                  <a:pt x="-681" y="72503"/>
                  <a:pt x="-681" y="68044"/>
                  <a:pt x="2065" y="65299"/>
                </a:cubicBezTo>
                <a:cubicBezTo>
                  <a:pt x="4810" y="62553"/>
                  <a:pt x="9269" y="62553"/>
                  <a:pt x="12014" y="65299"/>
                </a:cubicBezTo>
                <a:lnTo>
                  <a:pt x="34308" y="87592"/>
                </a:lnTo>
                <a:lnTo>
                  <a:pt x="85703" y="16934"/>
                </a:lnTo>
                <a:cubicBezTo>
                  <a:pt x="87987" y="13793"/>
                  <a:pt x="92380" y="13090"/>
                  <a:pt x="95521" y="153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0" name="Text 17"/>
          <p:cNvSpPr/>
          <p:nvPr/>
        </p:nvSpPr>
        <p:spPr>
          <a:xfrm>
            <a:off x="860281" y="3158465"/>
            <a:ext cx="1105808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 quality monitoring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69772" y="3458226"/>
            <a:ext cx="3298681" cy="299880"/>
          </a:xfrm>
          <a:custGeom>
            <a:avLst/>
            <a:gdLst/>
            <a:ahLst/>
            <a:cxnLst/>
            <a:rect l="l" t="t" r="r" b="b"/>
            <a:pathLst>
              <a:path w="3298681" h="299880">
                <a:moveTo>
                  <a:pt x="74970" y="0"/>
                </a:moveTo>
                <a:lnTo>
                  <a:pt x="3223711" y="0"/>
                </a:lnTo>
                <a:cubicBezTo>
                  <a:pt x="3265116" y="0"/>
                  <a:pt x="3298681" y="33565"/>
                  <a:pt x="3298681" y="74970"/>
                </a:cubicBezTo>
                <a:lnTo>
                  <a:pt x="3298681" y="224910"/>
                </a:lnTo>
                <a:cubicBezTo>
                  <a:pt x="3298681" y="266315"/>
                  <a:pt x="3265116" y="299880"/>
                  <a:pt x="3223711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65828" y="3551824"/>
            <a:ext cx="98398" cy="112455"/>
          </a:xfrm>
          <a:custGeom>
            <a:avLst/>
            <a:gdLst/>
            <a:ahLst/>
            <a:cxnLst/>
            <a:rect l="l" t="t" r="r" b="b"/>
            <a:pathLst>
              <a:path w="98398" h="112455">
                <a:moveTo>
                  <a:pt x="95499" y="15397"/>
                </a:moveTo>
                <a:cubicBezTo>
                  <a:pt x="98640" y="17681"/>
                  <a:pt x="99343" y="22074"/>
                  <a:pt x="97058" y="25215"/>
                </a:cubicBezTo>
                <a:lnTo>
                  <a:pt x="40831" y="102527"/>
                </a:lnTo>
                <a:cubicBezTo>
                  <a:pt x="39623" y="104197"/>
                  <a:pt x="37756" y="105229"/>
                  <a:pt x="35691" y="105405"/>
                </a:cubicBezTo>
                <a:cubicBezTo>
                  <a:pt x="33627" y="105580"/>
                  <a:pt x="31628" y="104812"/>
                  <a:pt x="30178" y="103362"/>
                </a:cubicBezTo>
                <a:lnTo>
                  <a:pt x="2065" y="75248"/>
                </a:lnTo>
                <a:cubicBezTo>
                  <a:pt x="-681" y="72503"/>
                  <a:pt x="-681" y="68044"/>
                  <a:pt x="2065" y="65299"/>
                </a:cubicBezTo>
                <a:cubicBezTo>
                  <a:pt x="4810" y="62553"/>
                  <a:pt x="9269" y="62553"/>
                  <a:pt x="12014" y="65299"/>
                </a:cubicBezTo>
                <a:lnTo>
                  <a:pt x="34308" y="87592"/>
                </a:lnTo>
                <a:lnTo>
                  <a:pt x="85703" y="16934"/>
                </a:lnTo>
                <a:cubicBezTo>
                  <a:pt x="87987" y="13793"/>
                  <a:pt x="92380" y="13090"/>
                  <a:pt x="95521" y="153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3" name="Text 20"/>
          <p:cNvSpPr/>
          <p:nvPr/>
        </p:nvSpPr>
        <p:spPr>
          <a:xfrm>
            <a:off x="860281" y="3533196"/>
            <a:ext cx="1002724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Noise level tracking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218704" y="1203269"/>
            <a:ext cx="3681028" cy="2743903"/>
          </a:xfrm>
          <a:custGeom>
            <a:avLst/>
            <a:gdLst/>
            <a:ahLst/>
            <a:cxnLst/>
            <a:rect l="l" t="t" r="r" b="b"/>
            <a:pathLst>
              <a:path w="3681028" h="2743903">
                <a:moveTo>
                  <a:pt x="149927" y="0"/>
                </a:moveTo>
                <a:lnTo>
                  <a:pt x="3531101" y="0"/>
                </a:lnTo>
                <a:cubicBezTo>
                  <a:pt x="3613904" y="0"/>
                  <a:pt x="3681028" y="67125"/>
                  <a:pt x="3681028" y="149927"/>
                </a:cubicBezTo>
                <a:lnTo>
                  <a:pt x="3681028" y="2593976"/>
                </a:lnTo>
                <a:cubicBezTo>
                  <a:pt x="3681028" y="2676778"/>
                  <a:pt x="3613904" y="2743903"/>
                  <a:pt x="3531101" y="2743903"/>
                </a:cubicBezTo>
                <a:lnTo>
                  <a:pt x="149927" y="2743903"/>
                </a:lnTo>
                <a:cubicBezTo>
                  <a:pt x="67180" y="2743903"/>
                  <a:pt x="0" y="2676723"/>
                  <a:pt x="0" y="2593976"/>
                </a:cubicBezTo>
                <a:lnTo>
                  <a:pt x="0" y="149927"/>
                </a:lnTo>
                <a:cubicBezTo>
                  <a:pt x="0" y="67180"/>
                  <a:pt x="67180" y="0"/>
                  <a:pt x="149927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2700000" scaled="1"/>
          </a:gradFill>
          <a:ln w="1016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09877" y="1394445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22D3EE">
              <a:alpha val="30196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4529361" y="1525643"/>
            <a:ext cx="210853" cy="187425"/>
          </a:xfrm>
          <a:custGeom>
            <a:avLst/>
            <a:gdLst/>
            <a:ahLst/>
            <a:cxnLst/>
            <a:rect l="l" t="t" r="r" b="b"/>
            <a:pathLst>
              <a:path w="210853" h="187425">
                <a:moveTo>
                  <a:pt x="64427" y="11714"/>
                </a:moveTo>
                <a:cubicBezTo>
                  <a:pt x="59559" y="11714"/>
                  <a:pt x="55642" y="15631"/>
                  <a:pt x="55642" y="20500"/>
                </a:cubicBezTo>
                <a:cubicBezTo>
                  <a:pt x="55642" y="25368"/>
                  <a:pt x="59559" y="29285"/>
                  <a:pt x="64427" y="29285"/>
                </a:cubicBezTo>
                <a:lnTo>
                  <a:pt x="120069" y="29285"/>
                </a:lnTo>
                <a:lnTo>
                  <a:pt x="120069" y="46856"/>
                </a:lnTo>
                <a:lnTo>
                  <a:pt x="39242" y="46856"/>
                </a:lnTo>
                <a:lnTo>
                  <a:pt x="27235" y="32433"/>
                </a:lnTo>
                <a:cubicBezTo>
                  <a:pt x="25588" y="30457"/>
                  <a:pt x="23099" y="29285"/>
                  <a:pt x="20500" y="29285"/>
                </a:cubicBezTo>
                <a:lnTo>
                  <a:pt x="8786" y="29285"/>
                </a:lnTo>
                <a:cubicBezTo>
                  <a:pt x="5747" y="29285"/>
                  <a:pt x="2929" y="30859"/>
                  <a:pt x="1318" y="33458"/>
                </a:cubicBezTo>
                <a:cubicBezTo>
                  <a:pt x="-293" y="36057"/>
                  <a:pt x="-439" y="39279"/>
                  <a:pt x="915" y="42024"/>
                </a:cubicBezTo>
                <a:lnTo>
                  <a:pt x="18486" y="77166"/>
                </a:lnTo>
                <a:cubicBezTo>
                  <a:pt x="19987" y="80132"/>
                  <a:pt x="23025" y="81998"/>
                  <a:pt x="26357" y="81998"/>
                </a:cubicBezTo>
                <a:lnTo>
                  <a:pt x="65818" y="81998"/>
                </a:lnTo>
                <a:lnTo>
                  <a:pt x="103889" y="134382"/>
                </a:lnTo>
                <a:cubicBezTo>
                  <a:pt x="109417" y="141960"/>
                  <a:pt x="118202" y="146426"/>
                  <a:pt x="127574" y="146426"/>
                </a:cubicBezTo>
                <a:lnTo>
                  <a:pt x="155211" y="146426"/>
                </a:lnTo>
                <a:cubicBezTo>
                  <a:pt x="182703" y="146426"/>
                  <a:pt x="204996" y="124132"/>
                  <a:pt x="204996" y="96641"/>
                </a:cubicBezTo>
                <a:cubicBezTo>
                  <a:pt x="204996" y="69150"/>
                  <a:pt x="182703" y="46856"/>
                  <a:pt x="155211" y="46856"/>
                </a:cubicBezTo>
                <a:lnTo>
                  <a:pt x="137640" y="46856"/>
                </a:lnTo>
                <a:lnTo>
                  <a:pt x="137640" y="29285"/>
                </a:lnTo>
                <a:lnTo>
                  <a:pt x="193282" y="29285"/>
                </a:lnTo>
                <a:cubicBezTo>
                  <a:pt x="198151" y="29285"/>
                  <a:pt x="202068" y="25368"/>
                  <a:pt x="202068" y="20500"/>
                </a:cubicBezTo>
                <a:cubicBezTo>
                  <a:pt x="202068" y="15631"/>
                  <a:pt x="198151" y="11714"/>
                  <a:pt x="193282" y="11714"/>
                </a:cubicBezTo>
                <a:lnTo>
                  <a:pt x="64427" y="11714"/>
                </a:lnTo>
                <a:close/>
                <a:moveTo>
                  <a:pt x="137640" y="70284"/>
                </a:moveTo>
                <a:lnTo>
                  <a:pt x="155211" y="70284"/>
                </a:lnTo>
                <a:cubicBezTo>
                  <a:pt x="169781" y="70284"/>
                  <a:pt x="181568" y="82072"/>
                  <a:pt x="181568" y="96641"/>
                </a:cubicBezTo>
                <a:cubicBezTo>
                  <a:pt x="181568" y="111210"/>
                  <a:pt x="169781" y="122998"/>
                  <a:pt x="155211" y="122998"/>
                </a:cubicBezTo>
                <a:lnTo>
                  <a:pt x="137640" y="122998"/>
                </a:lnTo>
                <a:lnTo>
                  <a:pt x="137640" y="70284"/>
                </a:lnTo>
                <a:close/>
                <a:moveTo>
                  <a:pt x="202068" y="152283"/>
                </a:moveTo>
                <a:cubicBezTo>
                  <a:pt x="197199" y="152283"/>
                  <a:pt x="193282" y="156200"/>
                  <a:pt x="193282" y="161068"/>
                </a:cubicBezTo>
                <a:cubicBezTo>
                  <a:pt x="193282" y="162679"/>
                  <a:pt x="191964" y="163997"/>
                  <a:pt x="190354" y="163997"/>
                </a:cubicBezTo>
                <a:lnTo>
                  <a:pt x="90784" y="163997"/>
                </a:lnTo>
                <a:cubicBezTo>
                  <a:pt x="85915" y="163997"/>
                  <a:pt x="81998" y="167914"/>
                  <a:pt x="81998" y="172782"/>
                </a:cubicBezTo>
                <a:cubicBezTo>
                  <a:pt x="81998" y="177651"/>
                  <a:pt x="85915" y="181568"/>
                  <a:pt x="90784" y="181568"/>
                </a:cubicBezTo>
                <a:lnTo>
                  <a:pt x="190354" y="181568"/>
                </a:lnTo>
                <a:cubicBezTo>
                  <a:pt x="201665" y="181568"/>
                  <a:pt x="210853" y="172380"/>
                  <a:pt x="210853" y="161068"/>
                </a:cubicBezTo>
                <a:cubicBezTo>
                  <a:pt x="210853" y="156200"/>
                  <a:pt x="206936" y="152283"/>
                  <a:pt x="202068" y="15228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7" name="Text 24"/>
          <p:cNvSpPr/>
          <p:nvPr/>
        </p:nvSpPr>
        <p:spPr>
          <a:xfrm>
            <a:off x="4972153" y="1413188"/>
            <a:ext cx="1799281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Drone Road Monitoring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972153" y="1675583"/>
            <a:ext cx="1771167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3 - Q1 2027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409877" y="1956720"/>
            <a:ext cx="3364280" cy="63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drone fleets conduct regular aerial surveys to identify road defects, encroachments, and traffic violations from above.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409877" y="2708763"/>
            <a:ext cx="3298681" cy="299880"/>
          </a:xfrm>
          <a:custGeom>
            <a:avLst/>
            <a:gdLst/>
            <a:ahLst/>
            <a:cxnLst/>
            <a:rect l="l" t="t" r="r" b="b"/>
            <a:pathLst>
              <a:path w="3298681" h="299880">
                <a:moveTo>
                  <a:pt x="74970" y="0"/>
                </a:moveTo>
                <a:lnTo>
                  <a:pt x="3223711" y="0"/>
                </a:lnTo>
                <a:cubicBezTo>
                  <a:pt x="3265116" y="0"/>
                  <a:pt x="3298681" y="33565"/>
                  <a:pt x="3298681" y="74970"/>
                </a:cubicBezTo>
                <a:lnTo>
                  <a:pt x="3298681" y="224910"/>
                </a:lnTo>
                <a:cubicBezTo>
                  <a:pt x="3298681" y="266315"/>
                  <a:pt x="3265116" y="299880"/>
                  <a:pt x="3223711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4505933" y="2802357"/>
            <a:ext cx="98398" cy="112455"/>
          </a:xfrm>
          <a:custGeom>
            <a:avLst/>
            <a:gdLst/>
            <a:ahLst/>
            <a:cxnLst/>
            <a:rect l="l" t="t" r="r" b="b"/>
            <a:pathLst>
              <a:path w="98398" h="112455">
                <a:moveTo>
                  <a:pt x="95499" y="15397"/>
                </a:moveTo>
                <a:cubicBezTo>
                  <a:pt x="98640" y="17681"/>
                  <a:pt x="99343" y="22074"/>
                  <a:pt x="97058" y="25215"/>
                </a:cubicBezTo>
                <a:lnTo>
                  <a:pt x="40831" y="102527"/>
                </a:lnTo>
                <a:cubicBezTo>
                  <a:pt x="39623" y="104197"/>
                  <a:pt x="37756" y="105229"/>
                  <a:pt x="35691" y="105405"/>
                </a:cubicBezTo>
                <a:cubicBezTo>
                  <a:pt x="33627" y="105580"/>
                  <a:pt x="31628" y="104812"/>
                  <a:pt x="30178" y="103362"/>
                </a:cubicBezTo>
                <a:lnTo>
                  <a:pt x="2065" y="75248"/>
                </a:lnTo>
                <a:cubicBezTo>
                  <a:pt x="-681" y="72503"/>
                  <a:pt x="-681" y="68044"/>
                  <a:pt x="2065" y="65299"/>
                </a:cubicBezTo>
                <a:cubicBezTo>
                  <a:pt x="4810" y="62553"/>
                  <a:pt x="9269" y="62553"/>
                  <a:pt x="12014" y="65299"/>
                </a:cubicBezTo>
                <a:lnTo>
                  <a:pt x="34308" y="87592"/>
                </a:lnTo>
                <a:lnTo>
                  <a:pt x="85703" y="16934"/>
                </a:lnTo>
                <a:cubicBezTo>
                  <a:pt x="87987" y="13793"/>
                  <a:pt x="92380" y="13090"/>
                  <a:pt x="95521" y="153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2" name="Text 29"/>
          <p:cNvSpPr/>
          <p:nvPr/>
        </p:nvSpPr>
        <p:spPr>
          <a:xfrm>
            <a:off x="4700386" y="2783733"/>
            <a:ext cx="1293233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aerial surveys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409877" y="3083495"/>
            <a:ext cx="3298681" cy="299880"/>
          </a:xfrm>
          <a:custGeom>
            <a:avLst/>
            <a:gdLst/>
            <a:ahLst/>
            <a:cxnLst/>
            <a:rect l="l" t="t" r="r" b="b"/>
            <a:pathLst>
              <a:path w="3298681" h="299880">
                <a:moveTo>
                  <a:pt x="74970" y="0"/>
                </a:moveTo>
                <a:lnTo>
                  <a:pt x="3223711" y="0"/>
                </a:lnTo>
                <a:cubicBezTo>
                  <a:pt x="3265116" y="0"/>
                  <a:pt x="3298681" y="33565"/>
                  <a:pt x="3298681" y="74970"/>
                </a:cubicBezTo>
                <a:lnTo>
                  <a:pt x="3298681" y="224910"/>
                </a:lnTo>
                <a:cubicBezTo>
                  <a:pt x="3298681" y="266315"/>
                  <a:pt x="3265116" y="299880"/>
                  <a:pt x="3223711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505933" y="3177088"/>
            <a:ext cx="98398" cy="112455"/>
          </a:xfrm>
          <a:custGeom>
            <a:avLst/>
            <a:gdLst/>
            <a:ahLst/>
            <a:cxnLst/>
            <a:rect l="l" t="t" r="r" b="b"/>
            <a:pathLst>
              <a:path w="98398" h="112455">
                <a:moveTo>
                  <a:pt x="95499" y="15397"/>
                </a:moveTo>
                <a:cubicBezTo>
                  <a:pt x="98640" y="17681"/>
                  <a:pt x="99343" y="22074"/>
                  <a:pt x="97058" y="25215"/>
                </a:cubicBezTo>
                <a:lnTo>
                  <a:pt x="40831" y="102527"/>
                </a:lnTo>
                <a:cubicBezTo>
                  <a:pt x="39623" y="104197"/>
                  <a:pt x="37756" y="105229"/>
                  <a:pt x="35691" y="105405"/>
                </a:cubicBezTo>
                <a:cubicBezTo>
                  <a:pt x="33627" y="105580"/>
                  <a:pt x="31628" y="104812"/>
                  <a:pt x="30178" y="103362"/>
                </a:cubicBezTo>
                <a:lnTo>
                  <a:pt x="2065" y="75248"/>
                </a:lnTo>
                <a:cubicBezTo>
                  <a:pt x="-681" y="72503"/>
                  <a:pt x="-681" y="68044"/>
                  <a:pt x="2065" y="65299"/>
                </a:cubicBezTo>
                <a:cubicBezTo>
                  <a:pt x="4810" y="62553"/>
                  <a:pt x="9269" y="62553"/>
                  <a:pt x="12014" y="65299"/>
                </a:cubicBezTo>
                <a:lnTo>
                  <a:pt x="34308" y="87592"/>
                </a:lnTo>
                <a:lnTo>
                  <a:pt x="85703" y="16934"/>
                </a:lnTo>
                <a:cubicBezTo>
                  <a:pt x="87987" y="13793"/>
                  <a:pt x="92380" y="13090"/>
                  <a:pt x="95521" y="153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5" name="Text 32"/>
          <p:cNvSpPr/>
          <p:nvPr/>
        </p:nvSpPr>
        <p:spPr>
          <a:xfrm>
            <a:off x="4700386" y="3158465"/>
            <a:ext cx="1311975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High-res imagery analysis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409877" y="3458226"/>
            <a:ext cx="3298681" cy="299880"/>
          </a:xfrm>
          <a:custGeom>
            <a:avLst/>
            <a:gdLst/>
            <a:ahLst/>
            <a:cxnLst/>
            <a:rect l="l" t="t" r="r" b="b"/>
            <a:pathLst>
              <a:path w="3298681" h="299880">
                <a:moveTo>
                  <a:pt x="74970" y="0"/>
                </a:moveTo>
                <a:lnTo>
                  <a:pt x="3223711" y="0"/>
                </a:lnTo>
                <a:cubicBezTo>
                  <a:pt x="3265116" y="0"/>
                  <a:pt x="3298681" y="33565"/>
                  <a:pt x="3298681" y="74970"/>
                </a:cubicBezTo>
                <a:lnTo>
                  <a:pt x="3298681" y="224910"/>
                </a:lnTo>
                <a:cubicBezTo>
                  <a:pt x="3298681" y="266315"/>
                  <a:pt x="3265116" y="299880"/>
                  <a:pt x="3223711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505933" y="3551824"/>
            <a:ext cx="98398" cy="112455"/>
          </a:xfrm>
          <a:custGeom>
            <a:avLst/>
            <a:gdLst/>
            <a:ahLst/>
            <a:cxnLst/>
            <a:rect l="l" t="t" r="r" b="b"/>
            <a:pathLst>
              <a:path w="98398" h="112455">
                <a:moveTo>
                  <a:pt x="95499" y="15397"/>
                </a:moveTo>
                <a:cubicBezTo>
                  <a:pt x="98640" y="17681"/>
                  <a:pt x="99343" y="22074"/>
                  <a:pt x="97058" y="25215"/>
                </a:cubicBezTo>
                <a:lnTo>
                  <a:pt x="40831" y="102527"/>
                </a:lnTo>
                <a:cubicBezTo>
                  <a:pt x="39623" y="104197"/>
                  <a:pt x="37756" y="105229"/>
                  <a:pt x="35691" y="105405"/>
                </a:cubicBezTo>
                <a:cubicBezTo>
                  <a:pt x="33627" y="105580"/>
                  <a:pt x="31628" y="104812"/>
                  <a:pt x="30178" y="103362"/>
                </a:cubicBezTo>
                <a:lnTo>
                  <a:pt x="2065" y="75248"/>
                </a:lnTo>
                <a:cubicBezTo>
                  <a:pt x="-681" y="72503"/>
                  <a:pt x="-681" y="68044"/>
                  <a:pt x="2065" y="65299"/>
                </a:cubicBezTo>
                <a:cubicBezTo>
                  <a:pt x="4810" y="62553"/>
                  <a:pt x="9269" y="62553"/>
                  <a:pt x="12014" y="65299"/>
                </a:cubicBezTo>
                <a:lnTo>
                  <a:pt x="34308" y="87592"/>
                </a:lnTo>
                <a:lnTo>
                  <a:pt x="85703" y="16934"/>
                </a:lnTo>
                <a:cubicBezTo>
                  <a:pt x="87987" y="13793"/>
                  <a:pt x="92380" y="13090"/>
                  <a:pt x="95521" y="153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8" name="Text 35"/>
          <p:cNvSpPr/>
          <p:nvPr/>
        </p:nvSpPr>
        <p:spPr>
          <a:xfrm>
            <a:off x="4700386" y="3533196"/>
            <a:ext cx="1293233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pattern monitoring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78599" y="4106600"/>
            <a:ext cx="3681028" cy="2743903"/>
          </a:xfrm>
          <a:custGeom>
            <a:avLst/>
            <a:gdLst/>
            <a:ahLst/>
            <a:cxnLst/>
            <a:rect l="l" t="t" r="r" b="b"/>
            <a:pathLst>
              <a:path w="3681028" h="2743903">
                <a:moveTo>
                  <a:pt x="149927" y="0"/>
                </a:moveTo>
                <a:lnTo>
                  <a:pt x="3531101" y="0"/>
                </a:lnTo>
                <a:cubicBezTo>
                  <a:pt x="3613904" y="0"/>
                  <a:pt x="3681028" y="67125"/>
                  <a:pt x="3681028" y="149927"/>
                </a:cubicBezTo>
                <a:lnTo>
                  <a:pt x="3681028" y="2593976"/>
                </a:lnTo>
                <a:cubicBezTo>
                  <a:pt x="3681028" y="2676778"/>
                  <a:pt x="3613904" y="2743903"/>
                  <a:pt x="3531101" y="2743903"/>
                </a:cubicBezTo>
                <a:lnTo>
                  <a:pt x="149927" y="2743903"/>
                </a:lnTo>
                <a:cubicBezTo>
                  <a:pt x="67180" y="2743903"/>
                  <a:pt x="0" y="2676723"/>
                  <a:pt x="0" y="2593976"/>
                </a:cubicBezTo>
                <a:lnTo>
                  <a:pt x="0" y="149927"/>
                </a:lnTo>
                <a:cubicBezTo>
                  <a:pt x="0" y="67180"/>
                  <a:pt x="67180" y="0"/>
                  <a:pt x="149927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69772" y="4297776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700970" y="4428974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43928" y="20500"/>
                </a:moveTo>
                <a:cubicBezTo>
                  <a:pt x="43928" y="9188"/>
                  <a:pt x="53116" y="0"/>
                  <a:pt x="64427" y="0"/>
                </a:cubicBezTo>
                <a:lnTo>
                  <a:pt x="73213" y="0"/>
                </a:lnTo>
                <a:cubicBezTo>
                  <a:pt x="79692" y="0"/>
                  <a:pt x="84927" y="5235"/>
                  <a:pt x="84927" y="11714"/>
                </a:cubicBezTo>
                <a:lnTo>
                  <a:pt x="84927" y="175711"/>
                </a:lnTo>
                <a:cubicBezTo>
                  <a:pt x="84927" y="182190"/>
                  <a:pt x="79692" y="187425"/>
                  <a:pt x="73213" y="187425"/>
                </a:cubicBezTo>
                <a:lnTo>
                  <a:pt x="61499" y="187425"/>
                </a:lnTo>
                <a:cubicBezTo>
                  <a:pt x="50590" y="187425"/>
                  <a:pt x="41402" y="179957"/>
                  <a:pt x="38803" y="169854"/>
                </a:cubicBezTo>
                <a:cubicBezTo>
                  <a:pt x="38547" y="169854"/>
                  <a:pt x="38327" y="169854"/>
                  <a:pt x="38071" y="169854"/>
                </a:cubicBezTo>
                <a:cubicBezTo>
                  <a:pt x="21891" y="169854"/>
                  <a:pt x="8786" y="156749"/>
                  <a:pt x="8786" y="140569"/>
                </a:cubicBezTo>
                <a:cubicBezTo>
                  <a:pt x="8786" y="133980"/>
                  <a:pt x="10982" y="127903"/>
                  <a:pt x="14643" y="122998"/>
                </a:cubicBezTo>
                <a:cubicBezTo>
                  <a:pt x="7541" y="117653"/>
                  <a:pt x="2929" y="109160"/>
                  <a:pt x="2929" y="99570"/>
                </a:cubicBezTo>
                <a:cubicBezTo>
                  <a:pt x="2929" y="88258"/>
                  <a:pt x="9371" y="78411"/>
                  <a:pt x="18743" y="73542"/>
                </a:cubicBezTo>
                <a:cubicBezTo>
                  <a:pt x="16143" y="69150"/>
                  <a:pt x="14643" y="64025"/>
                  <a:pt x="14643" y="58570"/>
                </a:cubicBezTo>
                <a:cubicBezTo>
                  <a:pt x="14643" y="42390"/>
                  <a:pt x="27748" y="29285"/>
                  <a:pt x="43928" y="29285"/>
                </a:cubicBezTo>
                <a:lnTo>
                  <a:pt x="43928" y="20500"/>
                </a:lnTo>
                <a:close/>
                <a:moveTo>
                  <a:pt x="143497" y="20500"/>
                </a:moveTo>
                <a:lnTo>
                  <a:pt x="143497" y="29285"/>
                </a:lnTo>
                <a:cubicBezTo>
                  <a:pt x="159677" y="29285"/>
                  <a:pt x="172782" y="42390"/>
                  <a:pt x="172782" y="58570"/>
                </a:cubicBezTo>
                <a:cubicBezTo>
                  <a:pt x="172782" y="64061"/>
                  <a:pt x="171282" y="69186"/>
                  <a:pt x="168683" y="73542"/>
                </a:cubicBezTo>
                <a:cubicBezTo>
                  <a:pt x="178090" y="78411"/>
                  <a:pt x="184497" y="88222"/>
                  <a:pt x="184497" y="99570"/>
                </a:cubicBezTo>
                <a:cubicBezTo>
                  <a:pt x="184497" y="109160"/>
                  <a:pt x="179884" y="117653"/>
                  <a:pt x="172782" y="122998"/>
                </a:cubicBezTo>
                <a:cubicBezTo>
                  <a:pt x="176443" y="127903"/>
                  <a:pt x="178640" y="133980"/>
                  <a:pt x="178640" y="140569"/>
                </a:cubicBezTo>
                <a:cubicBezTo>
                  <a:pt x="178640" y="156749"/>
                  <a:pt x="165534" y="169854"/>
                  <a:pt x="149354" y="169854"/>
                </a:cubicBezTo>
                <a:cubicBezTo>
                  <a:pt x="149098" y="169854"/>
                  <a:pt x="148878" y="169854"/>
                  <a:pt x="148622" y="169854"/>
                </a:cubicBezTo>
                <a:cubicBezTo>
                  <a:pt x="146023" y="179957"/>
                  <a:pt x="136835" y="187425"/>
                  <a:pt x="125926" y="187425"/>
                </a:cubicBezTo>
                <a:lnTo>
                  <a:pt x="114212" y="187425"/>
                </a:lnTo>
                <a:cubicBezTo>
                  <a:pt x="107733" y="187425"/>
                  <a:pt x="102498" y="182190"/>
                  <a:pt x="102498" y="175711"/>
                </a:cubicBezTo>
                <a:lnTo>
                  <a:pt x="102498" y="11714"/>
                </a:lnTo>
                <a:cubicBezTo>
                  <a:pt x="102498" y="5235"/>
                  <a:pt x="107733" y="0"/>
                  <a:pt x="114212" y="0"/>
                </a:cubicBezTo>
                <a:lnTo>
                  <a:pt x="122998" y="0"/>
                </a:lnTo>
                <a:cubicBezTo>
                  <a:pt x="134309" y="0"/>
                  <a:pt x="143497" y="9188"/>
                  <a:pt x="143497" y="205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2" name="Text 39"/>
          <p:cNvSpPr/>
          <p:nvPr/>
        </p:nvSpPr>
        <p:spPr>
          <a:xfrm>
            <a:off x="1132047" y="4316519"/>
            <a:ext cx="1564999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Prediction AI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132047" y="4578914"/>
            <a:ext cx="1536885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4 - Q3 2027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569772" y="4860052"/>
            <a:ext cx="3364280" cy="63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ML models predict traffic congestion patterns, enabling proactive signal management and route recommendations for commuters.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569772" y="5612095"/>
            <a:ext cx="3298681" cy="299880"/>
          </a:xfrm>
          <a:custGeom>
            <a:avLst/>
            <a:gdLst/>
            <a:ahLst/>
            <a:cxnLst/>
            <a:rect l="l" t="t" r="r" b="b"/>
            <a:pathLst>
              <a:path w="3298681" h="299880">
                <a:moveTo>
                  <a:pt x="74970" y="0"/>
                </a:moveTo>
                <a:lnTo>
                  <a:pt x="3223711" y="0"/>
                </a:lnTo>
                <a:cubicBezTo>
                  <a:pt x="3265116" y="0"/>
                  <a:pt x="3298681" y="33565"/>
                  <a:pt x="3298681" y="74970"/>
                </a:cubicBezTo>
                <a:lnTo>
                  <a:pt x="3298681" y="224910"/>
                </a:lnTo>
                <a:cubicBezTo>
                  <a:pt x="3298681" y="266315"/>
                  <a:pt x="3265116" y="299880"/>
                  <a:pt x="3223711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65828" y="5705688"/>
            <a:ext cx="98398" cy="112455"/>
          </a:xfrm>
          <a:custGeom>
            <a:avLst/>
            <a:gdLst/>
            <a:ahLst/>
            <a:cxnLst/>
            <a:rect l="l" t="t" r="r" b="b"/>
            <a:pathLst>
              <a:path w="98398" h="112455">
                <a:moveTo>
                  <a:pt x="95499" y="15397"/>
                </a:moveTo>
                <a:cubicBezTo>
                  <a:pt x="98640" y="17681"/>
                  <a:pt x="99343" y="22074"/>
                  <a:pt x="97058" y="25215"/>
                </a:cubicBezTo>
                <a:lnTo>
                  <a:pt x="40831" y="102527"/>
                </a:lnTo>
                <a:cubicBezTo>
                  <a:pt x="39623" y="104197"/>
                  <a:pt x="37756" y="105229"/>
                  <a:pt x="35691" y="105405"/>
                </a:cubicBezTo>
                <a:cubicBezTo>
                  <a:pt x="33627" y="105580"/>
                  <a:pt x="31628" y="104812"/>
                  <a:pt x="30178" y="103362"/>
                </a:cubicBezTo>
                <a:lnTo>
                  <a:pt x="2065" y="75248"/>
                </a:lnTo>
                <a:cubicBezTo>
                  <a:pt x="-681" y="72503"/>
                  <a:pt x="-681" y="68044"/>
                  <a:pt x="2065" y="65299"/>
                </a:cubicBezTo>
                <a:cubicBezTo>
                  <a:pt x="4810" y="62553"/>
                  <a:pt x="9269" y="62553"/>
                  <a:pt x="12014" y="65299"/>
                </a:cubicBezTo>
                <a:lnTo>
                  <a:pt x="34308" y="87592"/>
                </a:lnTo>
                <a:lnTo>
                  <a:pt x="85703" y="16934"/>
                </a:lnTo>
                <a:cubicBezTo>
                  <a:pt x="87987" y="13793"/>
                  <a:pt x="92380" y="13090"/>
                  <a:pt x="95521" y="153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47" name="Text 44"/>
          <p:cNvSpPr/>
          <p:nvPr/>
        </p:nvSpPr>
        <p:spPr>
          <a:xfrm>
            <a:off x="860281" y="5687065"/>
            <a:ext cx="1162035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Congestion forecasting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69772" y="5986826"/>
            <a:ext cx="3298681" cy="299880"/>
          </a:xfrm>
          <a:custGeom>
            <a:avLst/>
            <a:gdLst/>
            <a:ahLst/>
            <a:cxnLst/>
            <a:rect l="l" t="t" r="r" b="b"/>
            <a:pathLst>
              <a:path w="3298681" h="299880">
                <a:moveTo>
                  <a:pt x="74970" y="0"/>
                </a:moveTo>
                <a:lnTo>
                  <a:pt x="3223711" y="0"/>
                </a:lnTo>
                <a:cubicBezTo>
                  <a:pt x="3265116" y="0"/>
                  <a:pt x="3298681" y="33565"/>
                  <a:pt x="3298681" y="74970"/>
                </a:cubicBezTo>
                <a:lnTo>
                  <a:pt x="3298681" y="224910"/>
                </a:lnTo>
                <a:cubicBezTo>
                  <a:pt x="3298681" y="266315"/>
                  <a:pt x="3265116" y="299880"/>
                  <a:pt x="3223711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65828" y="6080419"/>
            <a:ext cx="98398" cy="112455"/>
          </a:xfrm>
          <a:custGeom>
            <a:avLst/>
            <a:gdLst/>
            <a:ahLst/>
            <a:cxnLst/>
            <a:rect l="l" t="t" r="r" b="b"/>
            <a:pathLst>
              <a:path w="98398" h="112455">
                <a:moveTo>
                  <a:pt x="95499" y="15397"/>
                </a:moveTo>
                <a:cubicBezTo>
                  <a:pt x="98640" y="17681"/>
                  <a:pt x="99343" y="22074"/>
                  <a:pt x="97058" y="25215"/>
                </a:cubicBezTo>
                <a:lnTo>
                  <a:pt x="40831" y="102527"/>
                </a:lnTo>
                <a:cubicBezTo>
                  <a:pt x="39623" y="104197"/>
                  <a:pt x="37756" y="105229"/>
                  <a:pt x="35691" y="105405"/>
                </a:cubicBezTo>
                <a:cubicBezTo>
                  <a:pt x="33627" y="105580"/>
                  <a:pt x="31628" y="104812"/>
                  <a:pt x="30178" y="103362"/>
                </a:cubicBezTo>
                <a:lnTo>
                  <a:pt x="2065" y="75248"/>
                </a:lnTo>
                <a:cubicBezTo>
                  <a:pt x="-681" y="72503"/>
                  <a:pt x="-681" y="68044"/>
                  <a:pt x="2065" y="65299"/>
                </a:cubicBezTo>
                <a:cubicBezTo>
                  <a:pt x="4810" y="62553"/>
                  <a:pt x="9269" y="62553"/>
                  <a:pt x="12014" y="65299"/>
                </a:cubicBezTo>
                <a:lnTo>
                  <a:pt x="34308" y="87592"/>
                </a:lnTo>
                <a:lnTo>
                  <a:pt x="85703" y="16934"/>
                </a:lnTo>
                <a:cubicBezTo>
                  <a:pt x="87987" y="13793"/>
                  <a:pt x="92380" y="13090"/>
                  <a:pt x="95521" y="153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0" name="Text 47"/>
          <p:cNvSpPr/>
          <p:nvPr/>
        </p:nvSpPr>
        <p:spPr>
          <a:xfrm>
            <a:off x="860281" y="6061796"/>
            <a:ext cx="1162035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signal control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569772" y="6361557"/>
            <a:ext cx="3298681" cy="299880"/>
          </a:xfrm>
          <a:custGeom>
            <a:avLst/>
            <a:gdLst/>
            <a:ahLst/>
            <a:cxnLst/>
            <a:rect l="l" t="t" r="r" b="b"/>
            <a:pathLst>
              <a:path w="3298681" h="299880">
                <a:moveTo>
                  <a:pt x="74970" y="0"/>
                </a:moveTo>
                <a:lnTo>
                  <a:pt x="3223711" y="0"/>
                </a:lnTo>
                <a:cubicBezTo>
                  <a:pt x="3265116" y="0"/>
                  <a:pt x="3298681" y="33565"/>
                  <a:pt x="3298681" y="74970"/>
                </a:cubicBezTo>
                <a:lnTo>
                  <a:pt x="3298681" y="224910"/>
                </a:lnTo>
                <a:cubicBezTo>
                  <a:pt x="3298681" y="266315"/>
                  <a:pt x="3265116" y="299880"/>
                  <a:pt x="3223711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665828" y="6455155"/>
            <a:ext cx="98398" cy="112455"/>
          </a:xfrm>
          <a:custGeom>
            <a:avLst/>
            <a:gdLst/>
            <a:ahLst/>
            <a:cxnLst/>
            <a:rect l="l" t="t" r="r" b="b"/>
            <a:pathLst>
              <a:path w="98398" h="112455">
                <a:moveTo>
                  <a:pt x="95499" y="15397"/>
                </a:moveTo>
                <a:cubicBezTo>
                  <a:pt x="98640" y="17681"/>
                  <a:pt x="99343" y="22074"/>
                  <a:pt x="97058" y="25215"/>
                </a:cubicBezTo>
                <a:lnTo>
                  <a:pt x="40831" y="102527"/>
                </a:lnTo>
                <a:cubicBezTo>
                  <a:pt x="39623" y="104197"/>
                  <a:pt x="37756" y="105229"/>
                  <a:pt x="35691" y="105405"/>
                </a:cubicBezTo>
                <a:cubicBezTo>
                  <a:pt x="33627" y="105580"/>
                  <a:pt x="31628" y="104812"/>
                  <a:pt x="30178" y="103362"/>
                </a:cubicBezTo>
                <a:lnTo>
                  <a:pt x="2065" y="75248"/>
                </a:lnTo>
                <a:cubicBezTo>
                  <a:pt x="-681" y="72503"/>
                  <a:pt x="-681" y="68044"/>
                  <a:pt x="2065" y="65299"/>
                </a:cubicBezTo>
                <a:cubicBezTo>
                  <a:pt x="4810" y="62553"/>
                  <a:pt x="9269" y="62553"/>
                  <a:pt x="12014" y="65299"/>
                </a:cubicBezTo>
                <a:lnTo>
                  <a:pt x="34308" y="87592"/>
                </a:lnTo>
                <a:lnTo>
                  <a:pt x="85703" y="16934"/>
                </a:lnTo>
                <a:cubicBezTo>
                  <a:pt x="87987" y="13793"/>
                  <a:pt x="92380" y="13090"/>
                  <a:pt x="95521" y="153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3" name="Text 50"/>
          <p:cNvSpPr/>
          <p:nvPr/>
        </p:nvSpPr>
        <p:spPr>
          <a:xfrm>
            <a:off x="860281" y="6436527"/>
            <a:ext cx="965239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optimization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4218704" y="4106600"/>
            <a:ext cx="3681028" cy="2743903"/>
          </a:xfrm>
          <a:custGeom>
            <a:avLst/>
            <a:gdLst/>
            <a:ahLst/>
            <a:cxnLst/>
            <a:rect l="l" t="t" r="r" b="b"/>
            <a:pathLst>
              <a:path w="3681028" h="2743903">
                <a:moveTo>
                  <a:pt x="149927" y="0"/>
                </a:moveTo>
                <a:lnTo>
                  <a:pt x="3531101" y="0"/>
                </a:lnTo>
                <a:cubicBezTo>
                  <a:pt x="3613904" y="0"/>
                  <a:pt x="3681028" y="67125"/>
                  <a:pt x="3681028" y="149927"/>
                </a:cubicBezTo>
                <a:lnTo>
                  <a:pt x="3681028" y="2593976"/>
                </a:lnTo>
                <a:cubicBezTo>
                  <a:pt x="3681028" y="2676778"/>
                  <a:pt x="3613904" y="2743903"/>
                  <a:pt x="3531101" y="2743903"/>
                </a:cubicBezTo>
                <a:lnTo>
                  <a:pt x="149927" y="2743903"/>
                </a:lnTo>
                <a:cubicBezTo>
                  <a:pt x="67180" y="2743903"/>
                  <a:pt x="0" y="2676723"/>
                  <a:pt x="0" y="2593976"/>
                </a:cubicBezTo>
                <a:lnTo>
                  <a:pt x="0" y="149927"/>
                </a:lnTo>
                <a:cubicBezTo>
                  <a:pt x="0" y="67180"/>
                  <a:pt x="67180" y="0"/>
                  <a:pt x="149927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2700000" scaled="1"/>
          </a:gra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409877" y="4297776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4529361" y="4428974"/>
            <a:ext cx="210853" cy="187425"/>
          </a:xfrm>
          <a:custGeom>
            <a:avLst/>
            <a:gdLst/>
            <a:ahLst/>
            <a:cxnLst/>
            <a:rect l="l" t="t" r="r" b="b"/>
            <a:pathLst>
              <a:path w="210853" h="187425">
                <a:moveTo>
                  <a:pt x="117141" y="0"/>
                </a:moveTo>
                <a:cubicBezTo>
                  <a:pt x="104219" y="0"/>
                  <a:pt x="93713" y="10506"/>
                  <a:pt x="93713" y="23428"/>
                </a:cubicBezTo>
                <a:lnTo>
                  <a:pt x="93713" y="35142"/>
                </a:lnTo>
                <a:lnTo>
                  <a:pt x="76141" y="35142"/>
                </a:lnTo>
                <a:lnTo>
                  <a:pt x="76141" y="8786"/>
                </a:lnTo>
                <a:cubicBezTo>
                  <a:pt x="76141" y="3917"/>
                  <a:pt x="72225" y="0"/>
                  <a:pt x="67356" y="0"/>
                </a:cubicBezTo>
                <a:cubicBezTo>
                  <a:pt x="62487" y="0"/>
                  <a:pt x="58570" y="3917"/>
                  <a:pt x="58570" y="8786"/>
                </a:cubicBezTo>
                <a:lnTo>
                  <a:pt x="58570" y="35142"/>
                </a:lnTo>
                <a:lnTo>
                  <a:pt x="35142" y="35142"/>
                </a:lnTo>
                <a:lnTo>
                  <a:pt x="35142" y="8786"/>
                </a:lnTo>
                <a:cubicBezTo>
                  <a:pt x="35142" y="3917"/>
                  <a:pt x="31225" y="0"/>
                  <a:pt x="26357" y="0"/>
                </a:cubicBezTo>
                <a:cubicBezTo>
                  <a:pt x="21488" y="0"/>
                  <a:pt x="17571" y="3917"/>
                  <a:pt x="17571" y="8786"/>
                </a:cubicBezTo>
                <a:lnTo>
                  <a:pt x="17571" y="35874"/>
                </a:lnTo>
                <a:cubicBezTo>
                  <a:pt x="7468" y="38473"/>
                  <a:pt x="0" y="47662"/>
                  <a:pt x="0" y="58570"/>
                </a:cubicBezTo>
                <a:lnTo>
                  <a:pt x="0" y="163997"/>
                </a:lnTo>
                <a:cubicBezTo>
                  <a:pt x="0" y="176919"/>
                  <a:pt x="10506" y="187425"/>
                  <a:pt x="23428" y="187425"/>
                </a:cubicBezTo>
                <a:lnTo>
                  <a:pt x="187425" y="187425"/>
                </a:lnTo>
                <a:cubicBezTo>
                  <a:pt x="200347" y="187425"/>
                  <a:pt x="210853" y="176919"/>
                  <a:pt x="210853" y="163997"/>
                </a:cubicBezTo>
                <a:lnTo>
                  <a:pt x="210853" y="93713"/>
                </a:lnTo>
                <a:cubicBezTo>
                  <a:pt x="210853" y="80790"/>
                  <a:pt x="200347" y="70284"/>
                  <a:pt x="187425" y="70284"/>
                </a:cubicBezTo>
                <a:lnTo>
                  <a:pt x="163997" y="70284"/>
                </a:lnTo>
                <a:lnTo>
                  <a:pt x="163997" y="23428"/>
                </a:lnTo>
                <a:cubicBezTo>
                  <a:pt x="163997" y="10506"/>
                  <a:pt x="153491" y="0"/>
                  <a:pt x="140569" y="0"/>
                </a:cubicBezTo>
                <a:lnTo>
                  <a:pt x="117141" y="0"/>
                </a:lnTo>
                <a:close/>
                <a:moveTo>
                  <a:pt x="140569" y="40999"/>
                </a:moveTo>
                <a:lnTo>
                  <a:pt x="140569" y="52713"/>
                </a:lnTo>
                <a:cubicBezTo>
                  <a:pt x="140569" y="55935"/>
                  <a:pt x="137933" y="58570"/>
                  <a:pt x="134712" y="58570"/>
                </a:cubicBezTo>
                <a:lnTo>
                  <a:pt x="122998" y="58570"/>
                </a:lnTo>
                <a:cubicBezTo>
                  <a:pt x="119776" y="58570"/>
                  <a:pt x="117141" y="55935"/>
                  <a:pt x="117141" y="52713"/>
                </a:cubicBezTo>
                <a:lnTo>
                  <a:pt x="117141" y="40999"/>
                </a:lnTo>
                <a:cubicBezTo>
                  <a:pt x="117141" y="37778"/>
                  <a:pt x="119776" y="35142"/>
                  <a:pt x="122998" y="35142"/>
                </a:cubicBezTo>
                <a:lnTo>
                  <a:pt x="134712" y="35142"/>
                </a:lnTo>
                <a:cubicBezTo>
                  <a:pt x="137933" y="35142"/>
                  <a:pt x="140569" y="37778"/>
                  <a:pt x="140569" y="40999"/>
                </a:cubicBezTo>
                <a:close/>
                <a:moveTo>
                  <a:pt x="134712" y="70284"/>
                </a:moveTo>
                <a:cubicBezTo>
                  <a:pt x="137933" y="70284"/>
                  <a:pt x="140569" y="72920"/>
                  <a:pt x="140569" y="76141"/>
                </a:cubicBezTo>
                <a:lnTo>
                  <a:pt x="140569" y="87855"/>
                </a:lnTo>
                <a:cubicBezTo>
                  <a:pt x="140569" y="91077"/>
                  <a:pt x="137933" y="93713"/>
                  <a:pt x="134712" y="93713"/>
                </a:cubicBezTo>
                <a:lnTo>
                  <a:pt x="122998" y="93713"/>
                </a:lnTo>
                <a:cubicBezTo>
                  <a:pt x="119776" y="93713"/>
                  <a:pt x="117141" y="91077"/>
                  <a:pt x="117141" y="87855"/>
                </a:cubicBezTo>
                <a:lnTo>
                  <a:pt x="117141" y="76141"/>
                </a:lnTo>
                <a:cubicBezTo>
                  <a:pt x="117141" y="72920"/>
                  <a:pt x="119776" y="70284"/>
                  <a:pt x="122998" y="70284"/>
                </a:cubicBezTo>
                <a:lnTo>
                  <a:pt x="134712" y="70284"/>
                </a:lnTo>
                <a:close/>
                <a:moveTo>
                  <a:pt x="140569" y="111284"/>
                </a:moveTo>
                <a:lnTo>
                  <a:pt x="140569" y="122998"/>
                </a:lnTo>
                <a:cubicBezTo>
                  <a:pt x="140569" y="126219"/>
                  <a:pt x="137933" y="128855"/>
                  <a:pt x="134712" y="128855"/>
                </a:cubicBezTo>
                <a:lnTo>
                  <a:pt x="122998" y="128855"/>
                </a:lnTo>
                <a:cubicBezTo>
                  <a:pt x="119776" y="128855"/>
                  <a:pt x="117141" y="126219"/>
                  <a:pt x="117141" y="122998"/>
                </a:cubicBezTo>
                <a:lnTo>
                  <a:pt x="117141" y="111284"/>
                </a:lnTo>
                <a:cubicBezTo>
                  <a:pt x="117141" y="108062"/>
                  <a:pt x="119776" y="105427"/>
                  <a:pt x="122998" y="105427"/>
                </a:cubicBezTo>
                <a:lnTo>
                  <a:pt x="134712" y="105427"/>
                </a:lnTo>
                <a:cubicBezTo>
                  <a:pt x="137933" y="105427"/>
                  <a:pt x="140569" y="108062"/>
                  <a:pt x="140569" y="111284"/>
                </a:cubicBezTo>
                <a:close/>
                <a:moveTo>
                  <a:pt x="181568" y="105427"/>
                </a:moveTo>
                <a:cubicBezTo>
                  <a:pt x="184789" y="105427"/>
                  <a:pt x="187425" y="108062"/>
                  <a:pt x="187425" y="111284"/>
                </a:cubicBezTo>
                <a:lnTo>
                  <a:pt x="187425" y="122998"/>
                </a:lnTo>
                <a:cubicBezTo>
                  <a:pt x="187425" y="126219"/>
                  <a:pt x="184789" y="128855"/>
                  <a:pt x="181568" y="128855"/>
                </a:cubicBezTo>
                <a:lnTo>
                  <a:pt x="169854" y="128855"/>
                </a:lnTo>
                <a:cubicBezTo>
                  <a:pt x="166633" y="128855"/>
                  <a:pt x="163997" y="126219"/>
                  <a:pt x="163997" y="122998"/>
                </a:cubicBezTo>
                <a:lnTo>
                  <a:pt x="163997" y="111284"/>
                </a:lnTo>
                <a:cubicBezTo>
                  <a:pt x="163997" y="108062"/>
                  <a:pt x="166633" y="105427"/>
                  <a:pt x="169854" y="105427"/>
                </a:cubicBezTo>
                <a:lnTo>
                  <a:pt x="181568" y="105427"/>
                </a:lnTo>
                <a:close/>
                <a:moveTo>
                  <a:pt x="93713" y="111284"/>
                </a:moveTo>
                <a:lnTo>
                  <a:pt x="93713" y="122998"/>
                </a:lnTo>
                <a:cubicBezTo>
                  <a:pt x="93713" y="126219"/>
                  <a:pt x="91077" y="128855"/>
                  <a:pt x="87855" y="128855"/>
                </a:cubicBezTo>
                <a:lnTo>
                  <a:pt x="76141" y="128855"/>
                </a:lnTo>
                <a:cubicBezTo>
                  <a:pt x="72920" y="128855"/>
                  <a:pt x="70284" y="126219"/>
                  <a:pt x="70284" y="122998"/>
                </a:cubicBezTo>
                <a:lnTo>
                  <a:pt x="70284" y="111284"/>
                </a:lnTo>
                <a:cubicBezTo>
                  <a:pt x="70284" y="108062"/>
                  <a:pt x="72920" y="105427"/>
                  <a:pt x="76141" y="105427"/>
                </a:cubicBezTo>
                <a:lnTo>
                  <a:pt x="87855" y="105427"/>
                </a:lnTo>
                <a:cubicBezTo>
                  <a:pt x="91077" y="105427"/>
                  <a:pt x="93713" y="108062"/>
                  <a:pt x="93713" y="111284"/>
                </a:cubicBezTo>
                <a:close/>
                <a:moveTo>
                  <a:pt x="87855" y="70284"/>
                </a:moveTo>
                <a:cubicBezTo>
                  <a:pt x="91077" y="70284"/>
                  <a:pt x="93713" y="72920"/>
                  <a:pt x="93713" y="76141"/>
                </a:cubicBezTo>
                <a:lnTo>
                  <a:pt x="93713" y="87855"/>
                </a:lnTo>
                <a:cubicBezTo>
                  <a:pt x="93713" y="91077"/>
                  <a:pt x="91077" y="93713"/>
                  <a:pt x="87855" y="93713"/>
                </a:cubicBezTo>
                <a:lnTo>
                  <a:pt x="76141" y="93713"/>
                </a:lnTo>
                <a:cubicBezTo>
                  <a:pt x="72920" y="93713"/>
                  <a:pt x="70284" y="91077"/>
                  <a:pt x="70284" y="87855"/>
                </a:cubicBezTo>
                <a:lnTo>
                  <a:pt x="70284" y="76141"/>
                </a:lnTo>
                <a:cubicBezTo>
                  <a:pt x="70284" y="72920"/>
                  <a:pt x="72920" y="70284"/>
                  <a:pt x="76141" y="70284"/>
                </a:cubicBezTo>
                <a:lnTo>
                  <a:pt x="87855" y="70284"/>
                </a:lnTo>
                <a:close/>
                <a:moveTo>
                  <a:pt x="46856" y="111284"/>
                </a:moveTo>
                <a:lnTo>
                  <a:pt x="46856" y="122998"/>
                </a:lnTo>
                <a:cubicBezTo>
                  <a:pt x="46856" y="126219"/>
                  <a:pt x="44221" y="128855"/>
                  <a:pt x="40999" y="128855"/>
                </a:cubicBezTo>
                <a:lnTo>
                  <a:pt x="29285" y="128855"/>
                </a:lnTo>
                <a:cubicBezTo>
                  <a:pt x="26064" y="128855"/>
                  <a:pt x="23428" y="126219"/>
                  <a:pt x="23428" y="122998"/>
                </a:cubicBezTo>
                <a:lnTo>
                  <a:pt x="23428" y="111284"/>
                </a:lnTo>
                <a:cubicBezTo>
                  <a:pt x="23428" y="108062"/>
                  <a:pt x="26064" y="105427"/>
                  <a:pt x="29285" y="105427"/>
                </a:cubicBezTo>
                <a:lnTo>
                  <a:pt x="40999" y="105427"/>
                </a:lnTo>
                <a:cubicBezTo>
                  <a:pt x="44221" y="105427"/>
                  <a:pt x="46856" y="108062"/>
                  <a:pt x="46856" y="111284"/>
                </a:cubicBezTo>
                <a:close/>
                <a:moveTo>
                  <a:pt x="40999" y="70284"/>
                </a:moveTo>
                <a:cubicBezTo>
                  <a:pt x="44221" y="70284"/>
                  <a:pt x="46856" y="72920"/>
                  <a:pt x="46856" y="76141"/>
                </a:cubicBezTo>
                <a:lnTo>
                  <a:pt x="46856" y="87855"/>
                </a:lnTo>
                <a:cubicBezTo>
                  <a:pt x="46856" y="91077"/>
                  <a:pt x="44221" y="93713"/>
                  <a:pt x="40999" y="93713"/>
                </a:cubicBezTo>
                <a:lnTo>
                  <a:pt x="29285" y="93713"/>
                </a:lnTo>
                <a:cubicBezTo>
                  <a:pt x="26064" y="93713"/>
                  <a:pt x="23428" y="91077"/>
                  <a:pt x="23428" y="87855"/>
                </a:cubicBezTo>
                <a:lnTo>
                  <a:pt x="23428" y="76141"/>
                </a:lnTo>
                <a:cubicBezTo>
                  <a:pt x="23428" y="72920"/>
                  <a:pt x="26064" y="70284"/>
                  <a:pt x="29285" y="70284"/>
                </a:cubicBezTo>
                <a:lnTo>
                  <a:pt x="40999" y="7028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7" name="Text 54"/>
          <p:cNvSpPr/>
          <p:nvPr/>
        </p:nvSpPr>
        <p:spPr>
          <a:xfrm>
            <a:off x="4972153" y="4316519"/>
            <a:ext cx="1714939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City Integration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4972153" y="4578914"/>
            <a:ext cx="1686826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5 - 2028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4409877" y="4860052"/>
            <a:ext cx="3364280" cy="63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integration with broader smart city infrastructure—utility management, public safety, emergency services, and urban planning.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4409877" y="5612095"/>
            <a:ext cx="3298681" cy="299880"/>
          </a:xfrm>
          <a:custGeom>
            <a:avLst/>
            <a:gdLst/>
            <a:ahLst/>
            <a:cxnLst/>
            <a:rect l="l" t="t" r="r" b="b"/>
            <a:pathLst>
              <a:path w="3298681" h="299880">
                <a:moveTo>
                  <a:pt x="74970" y="0"/>
                </a:moveTo>
                <a:lnTo>
                  <a:pt x="3223711" y="0"/>
                </a:lnTo>
                <a:cubicBezTo>
                  <a:pt x="3265116" y="0"/>
                  <a:pt x="3298681" y="33565"/>
                  <a:pt x="3298681" y="74970"/>
                </a:cubicBezTo>
                <a:lnTo>
                  <a:pt x="3298681" y="224910"/>
                </a:lnTo>
                <a:cubicBezTo>
                  <a:pt x="3298681" y="266315"/>
                  <a:pt x="3265116" y="299880"/>
                  <a:pt x="3223711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4505933" y="5705688"/>
            <a:ext cx="98398" cy="112455"/>
          </a:xfrm>
          <a:custGeom>
            <a:avLst/>
            <a:gdLst/>
            <a:ahLst/>
            <a:cxnLst/>
            <a:rect l="l" t="t" r="r" b="b"/>
            <a:pathLst>
              <a:path w="98398" h="112455">
                <a:moveTo>
                  <a:pt x="95499" y="15397"/>
                </a:moveTo>
                <a:cubicBezTo>
                  <a:pt x="98640" y="17681"/>
                  <a:pt x="99343" y="22074"/>
                  <a:pt x="97058" y="25215"/>
                </a:cubicBezTo>
                <a:lnTo>
                  <a:pt x="40831" y="102527"/>
                </a:lnTo>
                <a:cubicBezTo>
                  <a:pt x="39623" y="104197"/>
                  <a:pt x="37756" y="105229"/>
                  <a:pt x="35691" y="105405"/>
                </a:cubicBezTo>
                <a:cubicBezTo>
                  <a:pt x="33627" y="105580"/>
                  <a:pt x="31628" y="104812"/>
                  <a:pt x="30178" y="103362"/>
                </a:cubicBezTo>
                <a:lnTo>
                  <a:pt x="2065" y="75248"/>
                </a:lnTo>
                <a:cubicBezTo>
                  <a:pt x="-681" y="72503"/>
                  <a:pt x="-681" y="68044"/>
                  <a:pt x="2065" y="65299"/>
                </a:cubicBezTo>
                <a:cubicBezTo>
                  <a:pt x="4810" y="62553"/>
                  <a:pt x="9269" y="62553"/>
                  <a:pt x="12014" y="65299"/>
                </a:cubicBezTo>
                <a:lnTo>
                  <a:pt x="34308" y="87592"/>
                </a:lnTo>
                <a:lnTo>
                  <a:pt x="85703" y="16934"/>
                </a:lnTo>
                <a:cubicBezTo>
                  <a:pt x="87987" y="13793"/>
                  <a:pt x="92380" y="13090"/>
                  <a:pt x="95521" y="153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2" name="Text 59"/>
          <p:cNvSpPr/>
          <p:nvPr/>
        </p:nvSpPr>
        <p:spPr>
          <a:xfrm>
            <a:off x="4700386" y="5687065"/>
            <a:ext cx="1152664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city dashboard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4409877" y="5986826"/>
            <a:ext cx="3298681" cy="299880"/>
          </a:xfrm>
          <a:custGeom>
            <a:avLst/>
            <a:gdLst/>
            <a:ahLst/>
            <a:cxnLst/>
            <a:rect l="l" t="t" r="r" b="b"/>
            <a:pathLst>
              <a:path w="3298681" h="299880">
                <a:moveTo>
                  <a:pt x="74970" y="0"/>
                </a:moveTo>
                <a:lnTo>
                  <a:pt x="3223711" y="0"/>
                </a:lnTo>
                <a:cubicBezTo>
                  <a:pt x="3265116" y="0"/>
                  <a:pt x="3298681" y="33565"/>
                  <a:pt x="3298681" y="74970"/>
                </a:cubicBezTo>
                <a:lnTo>
                  <a:pt x="3298681" y="224910"/>
                </a:lnTo>
                <a:cubicBezTo>
                  <a:pt x="3298681" y="266315"/>
                  <a:pt x="3265116" y="299880"/>
                  <a:pt x="3223711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4505933" y="6080419"/>
            <a:ext cx="98398" cy="112455"/>
          </a:xfrm>
          <a:custGeom>
            <a:avLst/>
            <a:gdLst/>
            <a:ahLst/>
            <a:cxnLst/>
            <a:rect l="l" t="t" r="r" b="b"/>
            <a:pathLst>
              <a:path w="98398" h="112455">
                <a:moveTo>
                  <a:pt x="95499" y="15397"/>
                </a:moveTo>
                <a:cubicBezTo>
                  <a:pt x="98640" y="17681"/>
                  <a:pt x="99343" y="22074"/>
                  <a:pt x="97058" y="25215"/>
                </a:cubicBezTo>
                <a:lnTo>
                  <a:pt x="40831" y="102527"/>
                </a:lnTo>
                <a:cubicBezTo>
                  <a:pt x="39623" y="104197"/>
                  <a:pt x="37756" y="105229"/>
                  <a:pt x="35691" y="105405"/>
                </a:cubicBezTo>
                <a:cubicBezTo>
                  <a:pt x="33627" y="105580"/>
                  <a:pt x="31628" y="104812"/>
                  <a:pt x="30178" y="103362"/>
                </a:cubicBezTo>
                <a:lnTo>
                  <a:pt x="2065" y="75248"/>
                </a:lnTo>
                <a:cubicBezTo>
                  <a:pt x="-681" y="72503"/>
                  <a:pt x="-681" y="68044"/>
                  <a:pt x="2065" y="65299"/>
                </a:cubicBezTo>
                <a:cubicBezTo>
                  <a:pt x="4810" y="62553"/>
                  <a:pt x="9269" y="62553"/>
                  <a:pt x="12014" y="65299"/>
                </a:cubicBezTo>
                <a:lnTo>
                  <a:pt x="34308" y="87592"/>
                </a:lnTo>
                <a:lnTo>
                  <a:pt x="85703" y="16934"/>
                </a:lnTo>
                <a:cubicBezTo>
                  <a:pt x="87987" y="13793"/>
                  <a:pt x="92380" y="13090"/>
                  <a:pt x="95521" y="153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5" name="Text 62"/>
          <p:cNvSpPr/>
          <p:nvPr/>
        </p:nvSpPr>
        <p:spPr>
          <a:xfrm>
            <a:off x="4700386" y="6061796"/>
            <a:ext cx="1208892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Cross-department sync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4409877" y="6361557"/>
            <a:ext cx="3298681" cy="299880"/>
          </a:xfrm>
          <a:custGeom>
            <a:avLst/>
            <a:gdLst/>
            <a:ahLst/>
            <a:cxnLst/>
            <a:rect l="l" t="t" r="r" b="b"/>
            <a:pathLst>
              <a:path w="3298681" h="299880">
                <a:moveTo>
                  <a:pt x="74970" y="0"/>
                </a:moveTo>
                <a:lnTo>
                  <a:pt x="3223711" y="0"/>
                </a:lnTo>
                <a:cubicBezTo>
                  <a:pt x="3265116" y="0"/>
                  <a:pt x="3298681" y="33565"/>
                  <a:pt x="3298681" y="74970"/>
                </a:cubicBezTo>
                <a:lnTo>
                  <a:pt x="3298681" y="224910"/>
                </a:lnTo>
                <a:cubicBezTo>
                  <a:pt x="3298681" y="266315"/>
                  <a:pt x="3265116" y="299880"/>
                  <a:pt x="3223711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4505933" y="6455155"/>
            <a:ext cx="98398" cy="112455"/>
          </a:xfrm>
          <a:custGeom>
            <a:avLst/>
            <a:gdLst/>
            <a:ahLst/>
            <a:cxnLst/>
            <a:rect l="l" t="t" r="r" b="b"/>
            <a:pathLst>
              <a:path w="98398" h="112455">
                <a:moveTo>
                  <a:pt x="95499" y="15397"/>
                </a:moveTo>
                <a:cubicBezTo>
                  <a:pt x="98640" y="17681"/>
                  <a:pt x="99343" y="22074"/>
                  <a:pt x="97058" y="25215"/>
                </a:cubicBezTo>
                <a:lnTo>
                  <a:pt x="40831" y="102527"/>
                </a:lnTo>
                <a:cubicBezTo>
                  <a:pt x="39623" y="104197"/>
                  <a:pt x="37756" y="105229"/>
                  <a:pt x="35691" y="105405"/>
                </a:cubicBezTo>
                <a:cubicBezTo>
                  <a:pt x="33627" y="105580"/>
                  <a:pt x="31628" y="104812"/>
                  <a:pt x="30178" y="103362"/>
                </a:cubicBezTo>
                <a:lnTo>
                  <a:pt x="2065" y="75248"/>
                </a:lnTo>
                <a:cubicBezTo>
                  <a:pt x="-681" y="72503"/>
                  <a:pt x="-681" y="68044"/>
                  <a:pt x="2065" y="65299"/>
                </a:cubicBezTo>
                <a:cubicBezTo>
                  <a:pt x="4810" y="62553"/>
                  <a:pt x="9269" y="62553"/>
                  <a:pt x="12014" y="65299"/>
                </a:cubicBezTo>
                <a:lnTo>
                  <a:pt x="34308" y="87592"/>
                </a:lnTo>
                <a:lnTo>
                  <a:pt x="85703" y="16934"/>
                </a:lnTo>
                <a:cubicBezTo>
                  <a:pt x="87987" y="13793"/>
                  <a:pt x="92380" y="13090"/>
                  <a:pt x="95521" y="153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8" name="Text 65"/>
          <p:cNvSpPr/>
          <p:nvPr/>
        </p:nvSpPr>
        <p:spPr>
          <a:xfrm>
            <a:off x="4700386" y="6436527"/>
            <a:ext cx="1461915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command center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8058809" y="1203269"/>
            <a:ext cx="3755998" cy="4337016"/>
          </a:xfrm>
          <a:custGeom>
            <a:avLst/>
            <a:gdLst/>
            <a:ahLst/>
            <a:cxnLst/>
            <a:rect l="l" t="t" r="r" b="b"/>
            <a:pathLst>
              <a:path w="3755998" h="4337016">
                <a:moveTo>
                  <a:pt x="149939" y="0"/>
                </a:moveTo>
                <a:lnTo>
                  <a:pt x="3606059" y="0"/>
                </a:lnTo>
                <a:cubicBezTo>
                  <a:pt x="3688868" y="0"/>
                  <a:pt x="3755998" y="67130"/>
                  <a:pt x="3755998" y="149939"/>
                </a:cubicBezTo>
                <a:lnTo>
                  <a:pt x="3755998" y="4187076"/>
                </a:lnTo>
                <a:cubicBezTo>
                  <a:pt x="3755998" y="4269886"/>
                  <a:pt x="3688868" y="4337016"/>
                  <a:pt x="3606059" y="4337016"/>
                </a:cubicBezTo>
                <a:lnTo>
                  <a:pt x="149939" y="4337016"/>
                </a:lnTo>
                <a:cubicBezTo>
                  <a:pt x="67130" y="4337016"/>
                  <a:pt x="0" y="4269886"/>
                  <a:pt x="0" y="4187076"/>
                </a:cubicBezTo>
                <a:lnTo>
                  <a:pt x="0" y="149939"/>
                </a:lnTo>
                <a:cubicBezTo>
                  <a:pt x="0" y="67186"/>
                  <a:pt x="67186" y="0"/>
                  <a:pt x="149939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203127" y="1394445"/>
            <a:ext cx="3467364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6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Timeline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8249983" y="1806780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8381180" y="1937978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93713" y="187425"/>
                </a:moveTo>
                <a:cubicBezTo>
                  <a:pt x="145434" y="187425"/>
                  <a:pt x="187425" y="145434"/>
                  <a:pt x="187425" y="93713"/>
                </a:cubicBezTo>
                <a:cubicBezTo>
                  <a:pt x="187425" y="41991"/>
                  <a:pt x="145434" y="0"/>
                  <a:pt x="93713" y="0"/>
                </a:cubicBezTo>
                <a:cubicBezTo>
                  <a:pt x="41991" y="0"/>
                  <a:pt x="0" y="41991"/>
                  <a:pt x="0" y="93713"/>
                </a:cubicBezTo>
                <a:cubicBezTo>
                  <a:pt x="0" y="145434"/>
                  <a:pt x="41991" y="187425"/>
                  <a:pt x="93713" y="187425"/>
                </a:cubicBezTo>
                <a:close/>
                <a:moveTo>
                  <a:pt x="124608" y="77862"/>
                </a:moveTo>
                <a:lnTo>
                  <a:pt x="95323" y="124718"/>
                </a:lnTo>
                <a:cubicBezTo>
                  <a:pt x="93786" y="127171"/>
                  <a:pt x="91150" y="128708"/>
                  <a:pt x="88258" y="128855"/>
                </a:cubicBezTo>
                <a:cubicBezTo>
                  <a:pt x="85366" y="129001"/>
                  <a:pt x="82584" y="127683"/>
                  <a:pt x="80864" y="125341"/>
                </a:cubicBezTo>
                <a:lnTo>
                  <a:pt x="63293" y="101912"/>
                </a:lnTo>
                <a:cubicBezTo>
                  <a:pt x="60364" y="98032"/>
                  <a:pt x="61169" y="92541"/>
                  <a:pt x="65050" y="89613"/>
                </a:cubicBezTo>
                <a:cubicBezTo>
                  <a:pt x="68930" y="86684"/>
                  <a:pt x="74421" y="87489"/>
                  <a:pt x="77349" y="91370"/>
                </a:cubicBezTo>
                <a:lnTo>
                  <a:pt x="87233" y="104548"/>
                </a:lnTo>
                <a:lnTo>
                  <a:pt x="109710" y="68564"/>
                </a:lnTo>
                <a:cubicBezTo>
                  <a:pt x="112272" y="64464"/>
                  <a:pt x="117690" y="63183"/>
                  <a:pt x="121826" y="65782"/>
                </a:cubicBezTo>
                <a:cubicBezTo>
                  <a:pt x="125963" y="68381"/>
                  <a:pt x="127207" y="73762"/>
                  <a:pt x="124608" y="7789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3" name="Text 70"/>
          <p:cNvSpPr/>
          <p:nvPr/>
        </p:nvSpPr>
        <p:spPr>
          <a:xfrm>
            <a:off x="8812258" y="1863008"/>
            <a:ext cx="2548981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Version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8812258" y="2050433"/>
            <a:ext cx="2539610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platform deployed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11408798" y="1956720"/>
            <a:ext cx="271766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8249983" y="2406540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8381180" y="2537738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64427" y="8786"/>
                </a:moveTo>
                <a:cubicBezTo>
                  <a:pt x="64427" y="3917"/>
                  <a:pt x="60510" y="0"/>
                  <a:pt x="55642" y="0"/>
                </a:cubicBezTo>
                <a:cubicBezTo>
                  <a:pt x="50773" y="0"/>
                  <a:pt x="46856" y="3917"/>
                  <a:pt x="46856" y="8786"/>
                </a:cubicBezTo>
                <a:lnTo>
                  <a:pt x="46856" y="23428"/>
                </a:lnTo>
                <a:cubicBezTo>
                  <a:pt x="33934" y="23428"/>
                  <a:pt x="23428" y="33934"/>
                  <a:pt x="23428" y="46856"/>
                </a:cubicBezTo>
                <a:lnTo>
                  <a:pt x="8786" y="46856"/>
                </a:lnTo>
                <a:cubicBezTo>
                  <a:pt x="3917" y="46856"/>
                  <a:pt x="0" y="50773"/>
                  <a:pt x="0" y="55642"/>
                </a:cubicBezTo>
                <a:cubicBezTo>
                  <a:pt x="0" y="60510"/>
                  <a:pt x="3917" y="64427"/>
                  <a:pt x="8786" y="64427"/>
                </a:cubicBezTo>
                <a:lnTo>
                  <a:pt x="23428" y="64427"/>
                </a:lnTo>
                <a:lnTo>
                  <a:pt x="23428" y="84927"/>
                </a:lnTo>
                <a:lnTo>
                  <a:pt x="8786" y="84927"/>
                </a:lnTo>
                <a:cubicBezTo>
                  <a:pt x="3917" y="84927"/>
                  <a:pt x="0" y="88844"/>
                  <a:pt x="0" y="93713"/>
                </a:cubicBezTo>
                <a:cubicBezTo>
                  <a:pt x="0" y="98581"/>
                  <a:pt x="3917" y="102498"/>
                  <a:pt x="8786" y="102498"/>
                </a:cubicBezTo>
                <a:lnTo>
                  <a:pt x="23428" y="102498"/>
                </a:lnTo>
                <a:lnTo>
                  <a:pt x="23428" y="122998"/>
                </a:lnTo>
                <a:lnTo>
                  <a:pt x="8786" y="122998"/>
                </a:lnTo>
                <a:cubicBezTo>
                  <a:pt x="3917" y="122998"/>
                  <a:pt x="0" y="126915"/>
                  <a:pt x="0" y="131783"/>
                </a:cubicBezTo>
                <a:cubicBezTo>
                  <a:pt x="0" y="136652"/>
                  <a:pt x="3917" y="140569"/>
                  <a:pt x="8786" y="140569"/>
                </a:cubicBezTo>
                <a:lnTo>
                  <a:pt x="23428" y="140569"/>
                </a:lnTo>
                <a:cubicBezTo>
                  <a:pt x="23428" y="153491"/>
                  <a:pt x="33934" y="163997"/>
                  <a:pt x="46856" y="163997"/>
                </a:cubicBezTo>
                <a:lnTo>
                  <a:pt x="46856" y="178640"/>
                </a:lnTo>
                <a:cubicBezTo>
                  <a:pt x="46856" y="183508"/>
                  <a:pt x="50773" y="187425"/>
                  <a:pt x="55642" y="187425"/>
                </a:cubicBezTo>
                <a:cubicBezTo>
                  <a:pt x="60510" y="187425"/>
                  <a:pt x="64427" y="183508"/>
                  <a:pt x="64427" y="178640"/>
                </a:cubicBezTo>
                <a:lnTo>
                  <a:pt x="64427" y="163997"/>
                </a:lnTo>
                <a:lnTo>
                  <a:pt x="84927" y="163997"/>
                </a:lnTo>
                <a:lnTo>
                  <a:pt x="84927" y="178640"/>
                </a:lnTo>
                <a:cubicBezTo>
                  <a:pt x="84927" y="183508"/>
                  <a:pt x="88844" y="187425"/>
                  <a:pt x="93713" y="187425"/>
                </a:cubicBezTo>
                <a:cubicBezTo>
                  <a:pt x="98581" y="187425"/>
                  <a:pt x="102498" y="183508"/>
                  <a:pt x="102498" y="178640"/>
                </a:cubicBezTo>
                <a:lnTo>
                  <a:pt x="102498" y="163997"/>
                </a:lnTo>
                <a:lnTo>
                  <a:pt x="122998" y="163997"/>
                </a:lnTo>
                <a:lnTo>
                  <a:pt x="122998" y="178640"/>
                </a:lnTo>
                <a:cubicBezTo>
                  <a:pt x="122998" y="183508"/>
                  <a:pt x="126915" y="187425"/>
                  <a:pt x="131783" y="187425"/>
                </a:cubicBezTo>
                <a:cubicBezTo>
                  <a:pt x="136652" y="187425"/>
                  <a:pt x="140569" y="183508"/>
                  <a:pt x="140569" y="178640"/>
                </a:cubicBezTo>
                <a:lnTo>
                  <a:pt x="140569" y="163997"/>
                </a:lnTo>
                <a:cubicBezTo>
                  <a:pt x="153491" y="163997"/>
                  <a:pt x="163997" y="153491"/>
                  <a:pt x="163997" y="140569"/>
                </a:cubicBezTo>
                <a:lnTo>
                  <a:pt x="178640" y="140569"/>
                </a:lnTo>
                <a:cubicBezTo>
                  <a:pt x="183508" y="140569"/>
                  <a:pt x="187425" y="136652"/>
                  <a:pt x="187425" y="131783"/>
                </a:cubicBezTo>
                <a:cubicBezTo>
                  <a:pt x="187425" y="126915"/>
                  <a:pt x="183508" y="122998"/>
                  <a:pt x="178640" y="122998"/>
                </a:cubicBezTo>
                <a:lnTo>
                  <a:pt x="163997" y="122998"/>
                </a:lnTo>
                <a:lnTo>
                  <a:pt x="163997" y="102498"/>
                </a:lnTo>
                <a:lnTo>
                  <a:pt x="178640" y="102498"/>
                </a:lnTo>
                <a:cubicBezTo>
                  <a:pt x="183508" y="102498"/>
                  <a:pt x="187425" y="98581"/>
                  <a:pt x="187425" y="93713"/>
                </a:cubicBezTo>
                <a:cubicBezTo>
                  <a:pt x="187425" y="88844"/>
                  <a:pt x="183508" y="84927"/>
                  <a:pt x="178640" y="84927"/>
                </a:cubicBezTo>
                <a:lnTo>
                  <a:pt x="163997" y="84927"/>
                </a:lnTo>
                <a:lnTo>
                  <a:pt x="163997" y="64427"/>
                </a:lnTo>
                <a:lnTo>
                  <a:pt x="178640" y="64427"/>
                </a:lnTo>
                <a:cubicBezTo>
                  <a:pt x="183508" y="64427"/>
                  <a:pt x="187425" y="60510"/>
                  <a:pt x="187425" y="55642"/>
                </a:cubicBezTo>
                <a:cubicBezTo>
                  <a:pt x="187425" y="50773"/>
                  <a:pt x="183508" y="46856"/>
                  <a:pt x="178640" y="46856"/>
                </a:cubicBezTo>
                <a:lnTo>
                  <a:pt x="163997" y="46856"/>
                </a:lnTo>
                <a:cubicBezTo>
                  <a:pt x="163997" y="33934"/>
                  <a:pt x="153491" y="23428"/>
                  <a:pt x="140569" y="23428"/>
                </a:cubicBezTo>
                <a:lnTo>
                  <a:pt x="140569" y="8786"/>
                </a:lnTo>
                <a:cubicBezTo>
                  <a:pt x="140569" y="3917"/>
                  <a:pt x="136652" y="0"/>
                  <a:pt x="131783" y="0"/>
                </a:cubicBezTo>
                <a:cubicBezTo>
                  <a:pt x="126915" y="0"/>
                  <a:pt x="122998" y="3917"/>
                  <a:pt x="122998" y="8786"/>
                </a:cubicBezTo>
                <a:lnTo>
                  <a:pt x="122998" y="23428"/>
                </a:lnTo>
                <a:lnTo>
                  <a:pt x="102498" y="23428"/>
                </a:lnTo>
                <a:lnTo>
                  <a:pt x="102498" y="8786"/>
                </a:lnTo>
                <a:cubicBezTo>
                  <a:pt x="102498" y="3917"/>
                  <a:pt x="98581" y="0"/>
                  <a:pt x="93713" y="0"/>
                </a:cubicBezTo>
                <a:cubicBezTo>
                  <a:pt x="88844" y="0"/>
                  <a:pt x="84927" y="3917"/>
                  <a:pt x="84927" y="8786"/>
                </a:cubicBezTo>
                <a:lnTo>
                  <a:pt x="84927" y="23428"/>
                </a:lnTo>
                <a:lnTo>
                  <a:pt x="64427" y="23428"/>
                </a:lnTo>
                <a:lnTo>
                  <a:pt x="64427" y="8786"/>
                </a:lnTo>
                <a:close/>
                <a:moveTo>
                  <a:pt x="58570" y="46856"/>
                </a:moveTo>
                <a:lnTo>
                  <a:pt x="128855" y="46856"/>
                </a:lnTo>
                <a:cubicBezTo>
                  <a:pt x="135334" y="46856"/>
                  <a:pt x="140569" y="52091"/>
                  <a:pt x="140569" y="58570"/>
                </a:cubicBezTo>
                <a:lnTo>
                  <a:pt x="140569" y="128855"/>
                </a:lnTo>
                <a:cubicBezTo>
                  <a:pt x="140569" y="135334"/>
                  <a:pt x="135334" y="140569"/>
                  <a:pt x="128855" y="140569"/>
                </a:cubicBezTo>
                <a:lnTo>
                  <a:pt x="58570" y="140569"/>
                </a:lnTo>
                <a:cubicBezTo>
                  <a:pt x="52091" y="140569"/>
                  <a:pt x="46856" y="135334"/>
                  <a:pt x="46856" y="128855"/>
                </a:cubicBezTo>
                <a:lnTo>
                  <a:pt x="46856" y="58570"/>
                </a:lnTo>
                <a:cubicBezTo>
                  <a:pt x="46856" y="52091"/>
                  <a:pt x="52091" y="46856"/>
                  <a:pt x="58570" y="46856"/>
                </a:cubicBezTo>
                <a:close/>
                <a:moveTo>
                  <a:pt x="64427" y="64427"/>
                </a:moveTo>
                <a:lnTo>
                  <a:pt x="64427" y="122998"/>
                </a:lnTo>
                <a:lnTo>
                  <a:pt x="122998" y="122998"/>
                </a:lnTo>
                <a:lnTo>
                  <a:pt x="122998" y="64427"/>
                </a:lnTo>
                <a:lnTo>
                  <a:pt x="64427" y="6442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8" name="Text 75"/>
          <p:cNvSpPr/>
          <p:nvPr/>
        </p:nvSpPr>
        <p:spPr>
          <a:xfrm>
            <a:off x="8812258" y="2462768"/>
            <a:ext cx="2136646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Integration</a:t>
            </a:r>
            <a:endParaRPr lang="en-US" sz="1600" dirty="0"/>
          </a:p>
        </p:txBody>
      </p:sp>
      <p:sp>
        <p:nvSpPr>
          <p:cNvPr id="79" name="Text 76"/>
          <p:cNvSpPr/>
          <p:nvPr/>
        </p:nvSpPr>
        <p:spPr>
          <a:xfrm>
            <a:off x="8812258" y="2650193"/>
            <a:ext cx="2127274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 2026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10992714" y="2518996"/>
            <a:ext cx="637245" cy="224910"/>
          </a:xfrm>
          <a:custGeom>
            <a:avLst/>
            <a:gdLst/>
            <a:ahLst/>
            <a:cxnLst/>
            <a:rect l="l" t="t" r="r" b="b"/>
            <a:pathLst>
              <a:path w="637245" h="224910">
                <a:moveTo>
                  <a:pt x="37486" y="0"/>
                </a:moveTo>
                <a:lnTo>
                  <a:pt x="599759" y="0"/>
                </a:lnTo>
                <a:cubicBezTo>
                  <a:pt x="620462" y="0"/>
                  <a:pt x="637245" y="16783"/>
                  <a:pt x="637245" y="37486"/>
                </a:cubicBezTo>
                <a:lnTo>
                  <a:pt x="637245" y="187424"/>
                </a:lnTo>
                <a:cubicBezTo>
                  <a:pt x="637245" y="208127"/>
                  <a:pt x="620462" y="224910"/>
                  <a:pt x="599759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81" name="Text 78"/>
          <p:cNvSpPr/>
          <p:nvPr/>
        </p:nvSpPr>
        <p:spPr>
          <a:xfrm>
            <a:off x="10992714" y="2518996"/>
            <a:ext cx="693473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PLANNED</a:t>
            </a:r>
            <a:endParaRPr lang="en-US" sz="1600" dirty="0"/>
          </a:p>
        </p:txBody>
      </p:sp>
      <p:sp>
        <p:nvSpPr>
          <p:cNvPr id="82" name="Shape 79"/>
          <p:cNvSpPr/>
          <p:nvPr/>
        </p:nvSpPr>
        <p:spPr>
          <a:xfrm>
            <a:off x="8249983" y="3006301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22D3EE">
              <a:alpha val="30196"/>
            </a:srgbClr>
          </a:solidFill>
          <a:ln/>
        </p:spPr>
      </p:sp>
      <p:sp>
        <p:nvSpPr>
          <p:cNvPr id="83" name="Shape 80"/>
          <p:cNvSpPr/>
          <p:nvPr/>
        </p:nvSpPr>
        <p:spPr>
          <a:xfrm>
            <a:off x="8369466" y="3137498"/>
            <a:ext cx="210853" cy="187425"/>
          </a:xfrm>
          <a:custGeom>
            <a:avLst/>
            <a:gdLst/>
            <a:ahLst/>
            <a:cxnLst/>
            <a:rect l="l" t="t" r="r" b="b"/>
            <a:pathLst>
              <a:path w="210853" h="187425">
                <a:moveTo>
                  <a:pt x="64427" y="11714"/>
                </a:moveTo>
                <a:cubicBezTo>
                  <a:pt x="59559" y="11714"/>
                  <a:pt x="55642" y="15631"/>
                  <a:pt x="55642" y="20500"/>
                </a:cubicBezTo>
                <a:cubicBezTo>
                  <a:pt x="55642" y="25368"/>
                  <a:pt x="59559" y="29285"/>
                  <a:pt x="64427" y="29285"/>
                </a:cubicBezTo>
                <a:lnTo>
                  <a:pt x="120069" y="29285"/>
                </a:lnTo>
                <a:lnTo>
                  <a:pt x="120069" y="46856"/>
                </a:lnTo>
                <a:lnTo>
                  <a:pt x="39242" y="46856"/>
                </a:lnTo>
                <a:lnTo>
                  <a:pt x="27235" y="32433"/>
                </a:lnTo>
                <a:cubicBezTo>
                  <a:pt x="25588" y="30457"/>
                  <a:pt x="23099" y="29285"/>
                  <a:pt x="20500" y="29285"/>
                </a:cubicBezTo>
                <a:lnTo>
                  <a:pt x="8786" y="29285"/>
                </a:lnTo>
                <a:cubicBezTo>
                  <a:pt x="5747" y="29285"/>
                  <a:pt x="2929" y="30859"/>
                  <a:pt x="1318" y="33458"/>
                </a:cubicBezTo>
                <a:cubicBezTo>
                  <a:pt x="-293" y="36057"/>
                  <a:pt x="-439" y="39279"/>
                  <a:pt x="915" y="42024"/>
                </a:cubicBezTo>
                <a:lnTo>
                  <a:pt x="18486" y="77166"/>
                </a:lnTo>
                <a:cubicBezTo>
                  <a:pt x="19987" y="80132"/>
                  <a:pt x="23025" y="81998"/>
                  <a:pt x="26357" y="81998"/>
                </a:cubicBezTo>
                <a:lnTo>
                  <a:pt x="65818" y="81998"/>
                </a:lnTo>
                <a:lnTo>
                  <a:pt x="103889" y="134382"/>
                </a:lnTo>
                <a:cubicBezTo>
                  <a:pt x="109417" y="141960"/>
                  <a:pt x="118202" y="146426"/>
                  <a:pt x="127574" y="146426"/>
                </a:cubicBezTo>
                <a:lnTo>
                  <a:pt x="155211" y="146426"/>
                </a:lnTo>
                <a:cubicBezTo>
                  <a:pt x="182703" y="146426"/>
                  <a:pt x="204996" y="124132"/>
                  <a:pt x="204996" y="96641"/>
                </a:cubicBezTo>
                <a:cubicBezTo>
                  <a:pt x="204996" y="69150"/>
                  <a:pt x="182703" y="46856"/>
                  <a:pt x="155211" y="46856"/>
                </a:cubicBezTo>
                <a:lnTo>
                  <a:pt x="137640" y="46856"/>
                </a:lnTo>
                <a:lnTo>
                  <a:pt x="137640" y="29285"/>
                </a:lnTo>
                <a:lnTo>
                  <a:pt x="193282" y="29285"/>
                </a:lnTo>
                <a:cubicBezTo>
                  <a:pt x="198151" y="29285"/>
                  <a:pt x="202068" y="25368"/>
                  <a:pt x="202068" y="20500"/>
                </a:cubicBezTo>
                <a:cubicBezTo>
                  <a:pt x="202068" y="15631"/>
                  <a:pt x="198151" y="11714"/>
                  <a:pt x="193282" y="11714"/>
                </a:cubicBezTo>
                <a:lnTo>
                  <a:pt x="64427" y="11714"/>
                </a:lnTo>
                <a:close/>
                <a:moveTo>
                  <a:pt x="137640" y="70284"/>
                </a:moveTo>
                <a:lnTo>
                  <a:pt x="155211" y="70284"/>
                </a:lnTo>
                <a:cubicBezTo>
                  <a:pt x="169781" y="70284"/>
                  <a:pt x="181568" y="82072"/>
                  <a:pt x="181568" y="96641"/>
                </a:cubicBezTo>
                <a:cubicBezTo>
                  <a:pt x="181568" y="111210"/>
                  <a:pt x="169781" y="122998"/>
                  <a:pt x="155211" y="122998"/>
                </a:cubicBezTo>
                <a:lnTo>
                  <a:pt x="137640" y="122998"/>
                </a:lnTo>
                <a:lnTo>
                  <a:pt x="137640" y="70284"/>
                </a:lnTo>
                <a:close/>
                <a:moveTo>
                  <a:pt x="202068" y="152283"/>
                </a:moveTo>
                <a:cubicBezTo>
                  <a:pt x="197199" y="152283"/>
                  <a:pt x="193282" y="156200"/>
                  <a:pt x="193282" y="161068"/>
                </a:cubicBezTo>
                <a:cubicBezTo>
                  <a:pt x="193282" y="162679"/>
                  <a:pt x="191964" y="163997"/>
                  <a:pt x="190354" y="163997"/>
                </a:cubicBezTo>
                <a:lnTo>
                  <a:pt x="90784" y="163997"/>
                </a:lnTo>
                <a:cubicBezTo>
                  <a:pt x="85915" y="163997"/>
                  <a:pt x="81998" y="167914"/>
                  <a:pt x="81998" y="172782"/>
                </a:cubicBezTo>
                <a:cubicBezTo>
                  <a:pt x="81998" y="177651"/>
                  <a:pt x="85915" y="181568"/>
                  <a:pt x="90784" y="181568"/>
                </a:cubicBezTo>
                <a:lnTo>
                  <a:pt x="190354" y="181568"/>
                </a:lnTo>
                <a:cubicBezTo>
                  <a:pt x="201665" y="181568"/>
                  <a:pt x="210853" y="172380"/>
                  <a:pt x="210853" y="161068"/>
                </a:cubicBezTo>
                <a:cubicBezTo>
                  <a:pt x="210853" y="156200"/>
                  <a:pt x="206936" y="152283"/>
                  <a:pt x="202068" y="15228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84" name="Text 81"/>
          <p:cNvSpPr/>
          <p:nvPr/>
        </p:nvSpPr>
        <p:spPr>
          <a:xfrm>
            <a:off x="8812258" y="3062528"/>
            <a:ext cx="2136646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Drone Monitoring</a:t>
            </a:r>
            <a:endParaRPr lang="en-US" sz="1600" dirty="0"/>
          </a:p>
        </p:txBody>
      </p:sp>
      <p:sp>
        <p:nvSpPr>
          <p:cNvPr id="85" name="Text 82"/>
          <p:cNvSpPr/>
          <p:nvPr/>
        </p:nvSpPr>
        <p:spPr>
          <a:xfrm>
            <a:off x="8812258" y="3249953"/>
            <a:ext cx="2127274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 2027</a:t>
            </a:r>
            <a:endParaRPr lang="en-US" sz="1600" dirty="0"/>
          </a:p>
        </p:txBody>
      </p:sp>
      <p:sp>
        <p:nvSpPr>
          <p:cNvPr id="86" name="Shape 83"/>
          <p:cNvSpPr/>
          <p:nvPr/>
        </p:nvSpPr>
        <p:spPr>
          <a:xfrm>
            <a:off x="10992714" y="3118756"/>
            <a:ext cx="637245" cy="224910"/>
          </a:xfrm>
          <a:custGeom>
            <a:avLst/>
            <a:gdLst/>
            <a:ahLst/>
            <a:cxnLst/>
            <a:rect l="l" t="t" r="r" b="b"/>
            <a:pathLst>
              <a:path w="637245" h="224910">
                <a:moveTo>
                  <a:pt x="37486" y="0"/>
                </a:moveTo>
                <a:lnTo>
                  <a:pt x="599759" y="0"/>
                </a:lnTo>
                <a:cubicBezTo>
                  <a:pt x="620462" y="0"/>
                  <a:pt x="637245" y="16783"/>
                  <a:pt x="637245" y="37486"/>
                </a:cubicBezTo>
                <a:lnTo>
                  <a:pt x="637245" y="187424"/>
                </a:lnTo>
                <a:cubicBezTo>
                  <a:pt x="637245" y="208127"/>
                  <a:pt x="620462" y="224910"/>
                  <a:pt x="599759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22D3EE">
              <a:alpha val="20000"/>
            </a:srgbClr>
          </a:solidFill>
          <a:ln/>
        </p:spPr>
      </p:sp>
      <p:sp>
        <p:nvSpPr>
          <p:cNvPr id="87" name="Text 84"/>
          <p:cNvSpPr/>
          <p:nvPr/>
        </p:nvSpPr>
        <p:spPr>
          <a:xfrm>
            <a:off x="10992714" y="3118756"/>
            <a:ext cx="693473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PLANNED</a:t>
            </a:r>
            <a:endParaRPr lang="en-US" sz="1600" dirty="0"/>
          </a:p>
        </p:txBody>
      </p:sp>
      <p:sp>
        <p:nvSpPr>
          <p:cNvPr id="88" name="Shape 85"/>
          <p:cNvSpPr/>
          <p:nvPr/>
        </p:nvSpPr>
        <p:spPr>
          <a:xfrm>
            <a:off x="8249983" y="3606061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/>
        </p:spPr>
      </p:sp>
      <p:sp>
        <p:nvSpPr>
          <p:cNvPr id="89" name="Shape 86"/>
          <p:cNvSpPr/>
          <p:nvPr/>
        </p:nvSpPr>
        <p:spPr>
          <a:xfrm>
            <a:off x="8381180" y="3737258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43928" y="20500"/>
                </a:moveTo>
                <a:cubicBezTo>
                  <a:pt x="43928" y="9188"/>
                  <a:pt x="53116" y="0"/>
                  <a:pt x="64427" y="0"/>
                </a:cubicBezTo>
                <a:lnTo>
                  <a:pt x="73213" y="0"/>
                </a:lnTo>
                <a:cubicBezTo>
                  <a:pt x="79692" y="0"/>
                  <a:pt x="84927" y="5235"/>
                  <a:pt x="84927" y="11714"/>
                </a:cubicBezTo>
                <a:lnTo>
                  <a:pt x="84927" y="175711"/>
                </a:lnTo>
                <a:cubicBezTo>
                  <a:pt x="84927" y="182190"/>
                  <a:pt x="79692" y="187425"/>
                  <a:pt x="73213" y="187425"/>
                </a:cubicBezTo>
                <a:lnTo>
                  <a:pt x="61499" y="187425"/>
                </a:lnTo>
                <a:cubicBezTo>
                  <a:pt x="50590" y="187425"/>
                  <a:pt x="41402" y="179957"/>
                  <a:pt x="38803" y="169854"/>
                </a:cubicBezTo>
                <a:cubicBezTo>
                  <a:pt x="38547" y="169854"/>
                  <a:pt x="38327" y="169854"/>
                  <a:pt x="38071" y="169854"/>
                </a:cubicBezTo>
                <a:cubicBezTo>
                  <a:pt x="21891" y="169854"/>
                  <a:pt x="8786" y="156749"/>
                  <a:pt x="8786" y="140569"/>
                </a:cubicBezTo>
                <a:cubicBezTo>
                  <a:pt x="8786" y="133980"/>
                  <a:pt x="10982" y="127903"/>
                  <a:pt x="14643" y="122998"/>
                </a:cubicBezTo>
                <a:cubicBezTo>
                  <a:pt x="7541" y="117653"/>
                  <a:pt x="2929" y="109160"/>
                  <a:pt x="2929" y="99570"/>
                </a:cubicBezTo>
                <a:cubicBezTo>
                  <a:pt x="2929" y="88258"/>
                  <a:pt x="9371" y="78411"/>
                  <a:pt x="18743" y="73542"/>
                </a:cubicBezTo>
                <a:cubicBezTo>
                  <a:pt x="16143" y="69150"/>
                  <a:pt x="14643" y="64025"/>
                  <a:pt x="14643" y="58570"/>
                </a:cubicBezTo>
                <a:cubicBezTo>
                  <a:pt x="14643" y="42390"/>
                  <a:pt x="27748" y="29285"/>
                  <a:pt x="43928" y="29285"/>
                </a:cubicBezTo>
                <a:lnTo>
                  <a:pt x="43928" y="20500"/>
                </a:lnTo>
                <a:close/>
                <a:moveTo>
                  <a:pt x="143497" y="20500"/>
                </a:moveTo>
                <a:lnTo>
                  <a:pt x="143497" y="29285"/>
                </a:lnTo>
                <a:cubicBezTo>
                  <a:pt x="159677" y="29285"/>
                  <a:pt x="172782" y="42390"/>
                  <a:pt x="172782" y="58570"/>
                </a:cubicBezTo>
                <a:cubicBezTo>
                  <a:pt x="172782" y="64061"/>
                  <a:pt x="171282" y="69186"/>
                  <a:pt x="168683" y="73542"/>
                </a:cubicBezTo>
                <a:cubicBezTo>
                  <a:pt x="178090" y="78411"/>
                  <a:pt x="184497" y="88222"/>
                  <a:pt x="184497" y="99570"/>
                </a:cubicBezTo>
                <a:cubicBezTo>
                  <a:pt x="184497" y="109160"/>
                  <a:pt x="179884" y="117653"/>
                  <a:pt x="172782" y="122998"/>
                </a:cubicBezTo>
                <a:cubicBezTo>
                  <a:pt x="176443" y="127903"/>
                  <a:pt x="178640" y="133980"/>
                  <a:pt x="178640" y="140569"/>
                </a:cubicBezTo>
                <a:cubicBezTo>
                  <a:pt x="178640" y="156749"/>
                  <a:pt x="165534" y="169854"/>
                  <a:pt x="149354" y="169854"/>
                </a:cubicBezTo>
                <a:cubicBezTo>
                  <a:pt x="149098" y="169854"/>
                  <a:pt x="148878" y="169854"/>
                  <a:pt x="148622" y="169854"/>
                </a:cubicBezTo>
                <a:cubicBezTo>
                  <a:pt x="146023" y="179957"/>
                  <a:pt x="136835" y="187425"/>
                  <a:pt x="125926" y="187425"/>
                </a:cubicBezTo>
                <a:lnTo>
                  <a:pt x="114212" y="187425"/>
                </a:lnTo>
                <a:cubicBezTo>
                  <a:pt x="107733" y="187425"/>
                  <a:pt x="102498" y="182190"/>
                  <a:pt x="102498" y="175711"/>
                </a:cubicBezTo>
                <a:lnTo>
                  <a:pt x="102498" y="11714"/>
                </a:lnTo>
                <a:cubicBezTo>
                  <a:pt x="102498" y="5235"/>
                  <a:pt x="107733" y="0"/>
                  <a:pt x="114212" y="0"/>
                </a:cubicBezTo>
                <a:lnTo>
                  <a:pt x="122998" y="0"/>
                </a:lnTo>
                <a:cubicBezTo>
                  <a:pt x="134309" y="0"/>
                  <a:pt x="143497" y="9188"/>
                  <a:pt x="143497" y="205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90" name="Text 87"/>
          <p:cNvSpPr/>
          <p:nvPr/>
        </p:nvSpPr>
        <p:spPr>
          <a:xfrm>
            <a:off x="8812258" y="3662288"/>
            <a:ext cx="2136646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AI</a:t>
            </a:r>
            <a:endParaRPr lang="en-US" sz="1600" dirty="0"/>
          </a:p>
        </p:txBody>
      </p:sp>
      <p:sp>
        <p:nvSpPr>
          <p:cNvPr id="91" name="Text 88"/>
          <p:cNvSpPr/>
          <p:nvPr/>
        </p:nvSpPr>
        <p:spPr>
          <a:xfrm>
            <a:off x="8812258" y="3849713"/>
            <a:ext cx="2127274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 2027</a:t>
            </a:r>
            <a:endParaRPr lang="en-US" sz="1600" dirty="0"/>
          </a:p>
        </p:txBody>
      </p:sp>
      <p:sp>
        <p:nvSpPr>
          <p:cNvPr id="92" name="Shape 89"/>
          <p:cNvSpPr/>
          <p:nvPr/>
        </p:nvSpPr>
        <p:spPr>
          <a:xfrm>
            <a:off x="10992714" y="3718516"/>
            <a:ext cx="637245" cy="224910"/>
          </a:xfrm>
          <a:custGeom>
            <a:avLst/>
            <a:gdLst/>
            <a:ahLst/>
            <a:cxnLst/>
            <a:rect l="l" t="t" r="r" b="b"/>
            <a:pathLst>
              <a:path w="637245" h="224910">
                <a:moveTo>
                  <a:pt x="37486" y="0"/>
                </a:moveTo>
                <a:lnTo>
                  <a:pt x="599759" y="0"/>
                </a:lnTo>
                <a:cubicBezTo>
                  <a:pt x="620462" y="0"/>
                  <a:pt x="637245" y="16783"/>
                  <a:pt x="637245" y="37486"/>
                </a:cubicBezTo>
                <a:lnTo>
                  <a:pt x="637245" y="187424"/>
                </a:lnTo>
                <a:cubicBezTo>
                  <a:pt x="637245" y="208127"/>
                  <a:pt x="620462" y="224910"/>
                  <a:pt x="599759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93" name="Text 90"/>
          <p:cNvSpPr/>
          <p:nvPr/>
        </p:nvSpPr>
        <p:spPr>
          <a:xfrm>
            <a:off x="10992714" y="3718516"/>
            <a:ext cx="693473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PLANNED</a:t>
            </a:r>
            <a:endParaRPr lang="en-US" sz="1600" dirty="0"/>
          </a:p>
        </p:txBody>
      </p:sp>
      <p:sp>
        <p:nvSpPr>
          <p:cNvPr id="94" name="Shape 91"/>
          <p:cNvSpPr/>
          <p:nvPr/>
        </p:nvSpPr>
        <p:spPr>
          <a:xfrm>
            <a:off x="8249983" y="4205821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95" name="Shape 92"/>
          <p:cNvSpPr/>
          <p:nvPr/>
        </p:nvSpPr>
        <p:spPr>
          <a:xfrm>
            <a:off x="8369466" y="4337019"/>
            <a:ext cx="210853" cy="187425"/>
          </a:xfrm>
          <a:custGeom>
            <a:avLst/>
            <a:gdLst/>
            <a:ahLst/>
            <a:cxnLst/>
            <a:rect l="l" t="t" r="r" b="b"/>
            <a:pathLst>
              <a:path w="210853" h="187425">
                <a:moveTo>
                  <a:pt x="117141" y="0"/>
                </a:moveTo>
                <a:cubicBezTo>
                  <a:pt x="104219" y="0"/>
                  <a:pt x="93713" y="10506"/>
                  <a:pt x="93713" y="23428"/>
                </a:cubicBezTo>
                <a:lnTo>
                  <a:pt x="93713" y="35142"/>
                </a:lnTo>
                <a:lnTo>
                  <a:pt x="76141" y="35142"/>
                </a:lnTo>
                <a:lnTo>
                  <a:pt x="76141" y="8786"/>
                </a:lnTo>
                <a:cubicBezTo>
                  <a:pt x="76141" y="3917"/>
                  <a:pt x="72225" y="0"/>
                  <a:pt x="67356" y="0"/>
                </a:cubicBezTo>
                <a:cubicBezTo>
                  <a:pt x="62487" y="0"/>
                  <a:pt x="58570" y="3917"/>
                  <a:pt x="58570" y="8786"/>
                </a:cubicBezTo>
                <a:lnTo>
                  <a:pt x="58570" y="35142"/>
                </a:lnTo>
                <a:lnTo>
                  <a:pt x="35142" y="35142"/>
                </a:lnTo>
                <a:lnTo>
                  <a:pt x="35142" y="8786"/>
                </a:lnTo>
                <a:cubicBezTo>
                  <a:pt x="35142" y="3917"/>
                  <a:pt x="31225" y="0"/>
                  <a:pt x="26357" y="0"/>
                </a:cubicBezTo>
                <a:cubicBezTo>
                  <a:pt x="21488" y="0"/>
                  <a:pt x="17571" y="3917"/>
                  <a:pt x="17571" y="8786"/>
                </a:cubicBezTo>
                <a:lnTo>
                  <a:pt x="17571" y="35874"/>
                </a:lnTo>
                <a:cubicBezTo>
                  <a:pt x="7468" y="38473"/>
                  <a:pt x="0" y="47662"/>
                  <a:pt x="0" y="58570"/>
                </a:cubicBezTo>
                <a:lnTo>
                  <a:pt x="0" y="163997"/>
                </a:lnTo>
                <a:cubicBezTo>
                  <a:pt x="0" y="176919"/>
                  <a:pt x="10506" y="187425"/>
                  <a:pt x="23428" y="187425"/>
                </a:cubicBezTo>
                <a:lnTo>
                  <a:pt x="187425" y="187425"/>
                </a:lnTo>
                <a:cubicBezTo>
                  <a:pt x="200347" y="187425"/>
                  <a:pt x="210853" y="176919"/>
                  <a:pt x="210853" y="163997"/>
                </a:cubicBezTo>
                <a:lnTo>
                  <a:pt x="210853" y="93713"/>
                </a:lnTo>
                <a:cubicBezTo>
                  <a:pt x="210853" y="80790"/>
                  <a:pt x="200347" y="70284"/>
                  <a:pt x="187425" y="70284"/>
                </a:cubicBezTo>
                <a:lnTo>
                  <a:pt x="163997" y="70284"/>
                </a:lnTo>
                <a:lnTo>
                  <a:pt x="163997" y="23428"/>
                </a:lnTo>
                <a:cubicBezTo>
                  <a:pt x="163997" y="10506"/>
                  <a:pt x="153491" y="0"/>
                  <a:pt x="140569" y="0"/>
                </a:cubicBezTo>
                <a:lnTo>
                  <a:pt x="117141" y="0"/>
                </a:lnTo>
                <a:close/>
                <a:moveTo>
                  <a:pt x="140569" y="40999"/>
                </a:moveTo>
                <a:lnTo>
                  <a:pt x="140569" y="52713"/>
                </a:lnTo>
                <a:cubicBezTo>
                  <a:pt x="140569" y="55935"/>
                  <a:pt x="137933" y="58570"/>
                  <a:pt x="134712" y="58570"/>
                </a:cubicBezTo>
                <a:lnTo>
                  <a:pt x="122998" y="58570"/>
                </a:lnTo>
                <a:cubicBezTo>
                  <a:pt x="119776" y="58570"/>
                  <a:pt x="117141" y="55935"/>
                  <a:pt x="117141" y="52713"/>
                </a:cubicBezTo>
                <a:lnTo>
                  <a:pt x="117141" y="40999"/>
                </a:lnTo>
                <a:cubicBezTo>
                  <a:pt x="117141" y="37778"/>
                  <a:pt x="119776" y="35142"/>
                  <a:pt x="122998" y="35142"/>
                </a:cubicBezTo>
                <a:lnTo>
                  <a:pt x="134712" y="35142"/>
                </a:lnTo>
                <a:cubicBezTo>
                  <a:pt x="137933" y="35142"/>
                  <a:pt x="140569" y="37778"/>
                  <a:pt x="140569" y="40999"/>
                </a:cubicBezTo>
                <a:close/>
                <a:moveTo>
                  <a:pt x="134712" y="70284"/>
                </a:moveTo>
                <a:cubicBezTo>
                  <a:pt x="137933" y="70284"/>
                  <a:pt x="140569" y="72920"/>
                  <a:pt x="140569" y="76141"/>
                </a:cubicBezTo>
                <a:lnTo>
                  <a:pt x="140569" y="87855"/>
                </a:lnTo>
                <a:cubicBezTo>
                  <a:pt x="140569" y="91077"/>
                  <a:pt x="137933" y="93713"/>
                  <a:pt x="134712" y="93713"/>
                </a:cubicBezTo>
                <a:lnTo>
                  <a:pt x="122998" y="93713"/>
                </a:lnTo>
                <a:cubicBezTo>
                  <a:pt x="119776" y="93713"/>
                  <a:pt x="117141" y="91077"/>
                  <a:pt x="117141" y="87855"/>
                </a:cubicBezTo>
                <a:lnTo>
                  <a:pt x="117141" y="76141"/>
                </a:lnTo>
                <a:cubicBezTo>
                  <a:pt x="117141" y="72920"/>
                  <a:pt x="119776" y="70284"/>
                  <a:pt x="122998" y="70284"/>
                </a:cubicBezTo>
                <a:lnTo>
                  <a:pt x="134712" y="70284"/>
                </a:lnTo>
                <a:close/>
                <a:moveTo>
                  <a:pt x="140569" y="111284"/>
                </a:moveTo>
                <a:lnTo>
                  <a:pt x="140569" y="122998"/>
                </a:lnTo>
                <a:cubicBezTo>
                  <a:pt x="140569" y="126219"/>
                  <a:pt x="137933" y="128855"/>
                  <a:pt x="134712" y="128855"/>
                </a:cubicBezTo>
                <a:lnTo>
                  <a:pt x="122998" y="128855"/>
                </a:lnTo>
                <a:cubicBezTo>
                  <a:pt x="119776" y="128855"/>
                  <a:pt x="117141" y="126219"/>
                  <a:pt x="117141" y="122998"/>
                </a:cubicBezTo>
                <a:lnTo>
                  <a:pt x="117141" y="111284"/>
                </a:lnTo>
                <a:cubicBezTo>
                  <a:pt x="117141" y="108062"/>
                  <a:pt x="119776" y="105427"/>
                  <a:pt x="122998" y="105427"/>
                </a:cubicBezTo>
                <a:lnTo>
                  <a:pt x="134712" y="105427"/>
                </a:lnTo>
                <a:cubicBezTo>
                  <a:pt x="137933" y="105427"/>
                  <a:pt x="140569" y="108062"/>
                  <a:pt x="140569" y="111284"/>
                </a:cubicBezTo>
                <a:close/>
                <a:moveTo>
                  <a:pt x="181568" y="105427"/>
                </a:moveTo>
                <a:cubicBezTo>
                  <a:pt x="184789" y="105427"/>
                  <a:pt x="187425" y="108062"/>
                  <a:pt x="187425" y="111284"/>
                </a:cubicBezTo>
                <a:lnTo>
                  <a:pt x="187425" y="122998"/>
                </a:lnTo>
                <a:cubicBezTo>
                  <a:pt x="187425" y="126219"/>
                  <a:pt x="184789" y="128855"/>
                  <a:pt x="181568" y="128855"/>
                </a:cubicBezTo>
                <a:lnTo>
                  <a:pt x="169854" y="128855"/>
                </a:lnTo>
                <a:cubicBezTo>
                  <a:pt x="166633" y="128855"/>
                  <a:pt x="163997" y="126219"/>
                  <a:pt x="163997" y="122998"/>
                </a:cubicBezTo>
                <a:lnTo>
                  <a:pt x="163997" y="111284"/>
                </a:lnTo>
                <a:cubicBezTo>
                  <a:pt x="163997" y="108062"/>
                  <a:pt x="166633" y="105427"/>
                  <a:pt x="169854" y="105427"/>
                </a:cubicBezTo>
                <a:lnTo>
                  <a:pt x="181568" y="105427"/>
                </a:lnTo>
                <a:close/>
                <a:moveTo>
                  <a:pt x="93713" y="111284"/>
                </a:moveTo>
                <a:lnTo>
                  <a:pt x="93713" y="122998"/>
                </a:lnTo>
                <a:cubicBezTo>
                  <a:pt x="93713" y="126219"/>
                  <a:pt x="91077" y="128855"/>
                  <a:pt x="87855" y="128855"/>
                </a:cubicBezTo>
                <a:lnTo>
                  <a:pt x="76141" y="128855"/>
                </a:lnTo>
                <a:cubicBezTo>
                  <a:pt x="72920" y="128855"/>
                  <a:pt x="70284" y="126219"/>
                  <a:pt x="70284" y="122998"/>
                </a:cubicBezTo>
                <a:lnTo>
                  <a:pt x="70284" y="111284"/>
                </a:lnTo>
                <a:cubicBezTo>
                  <a:pt x="70284" y="108062"/>
                  <a:pt x="72920" y="105427"/>
                  <a:pt x="76141" y="105427"/>
                </a:cubicBezTo>
                <a:lnTo>
                  <a:pt x="87855" y="105427"/>
                </a:lnTo>
                <a:cubicBezTo>
                  <a:pt x="91077" y="105427"/>
                  <a:pt x="93713" y="108062"/>
                  <a:pt x="93713" y="111284"/>
                </a:cubicBezTo>
                <a:close/>
                <a:moveTo>
                  <a:pt x="87855" y="70284"/>
                </a:moveTo>
                <a:cubicBezTo>
                  <a:pt x="91077" y="70284"/>
                  <a:pt x="93713" y="72920"/>
                  <a:pt x="93713" y="76141"/>
                </a:cubicBezTo>
                <a:lnTo>
                  <a:pt x="93713" y="87855"/>
                </a:lnTo>
                <a:cubicBezTo>
                  <a:pt x="93713" y="91077"/>
                  <a:pt x="91077" y="93713"/>
                  <a:pt x="87855" y="93713"/>
                </a:cubicBezTo>
                <a:lnTo>
                  <a:pt x="76141" y="93713"/>
                </a:lnTo>
                <a:cubicBezTo>
                  <a:pt x="72920" y="93713"/>
                  <a:pt x="70284" y="91077"/>
                  <a:pt x="70284" y="87855"/>
                </a:cubicBezTo>
                <a:lnTo>
                  <a:pt x="70284" y="76141"/>
                </a:lnTo>
                <a:cubicBezTo>
                  <a:pt x="70284" y="72920"/>
                  <a:pt x="72920" y="70284"/>
                  <a:pt x="76141" y="70284"/>
                </a:cubicBezTo>
                <a:lnTo>
                  <a:pt x="87855" y="70284"/>
                </a:lnTo>
                <a:close/>
                <a:moveTo>
                  <a:pt x="46856" y="111284"/>
                </a:moveTo>
                <a:lnTo>
                  <a:pt x="46856" y="122998"/>
                </a:lnTo>
                <a:cubicBezTo>
                  <a:pt x="46856" y="126219"/>
                  <a:pt x="44221" y="128855"/>
                  <a:pt x="40999" y="128855"/>
                </a:cubicBezTo>
                <a:lnTo>
                  <a:pt x="29285" y="128855"/>
                </a:lnTo>
                <a:cubicBezTo>
                  <a:pt x="26064" y="128855"/>
                  <a:pt x="23428" y="126219"/>
                  <a:pt x="23428" y="122998"/>
                </a:cubicBezTo>
                <a:lnTo>
                  <a:pt x="23428" y="111284"/>
                </a:lnTo>
                <a:cubicBezTo>
                  <a:pt x="23428" y="108062"/>
                  <a:pt x="26064" y="105427"/>
                  <a:pt x="29285" y="105427"/>
                </a:cubicBezTo>
                <a:lnTo>
                  <a:pt x="40999" y="105427"/>
                </a:lnTo>
                <a:cubicBezTo>
                  <a:pt x="44221" y="105427"/>
                  <a:pt x="46856" y="108062"/>
                  <a:pt x="46856" y="111284"/>
                </a:cubicBezTo>
                <a:close/>
                <a:moveTo>
                  <a:pt x="40999" y="70284"/>
                </a:moveTo>
                <a:cubicBezTo>
                  <a:pt x="44221" y="70284"/>
                  <a:pt x="46856" y="72920"/>
                  <a:pt x="46856" y="76141"/>
                </a:cubicBezTo>
                <a:lnTo>
                  <a:pt x="46856" y="87855"/>
                </a:lnTo>
                <a:cubicBezTo>
                  <a:pt x="46856" y="91077"/>
                  <a:pt x="44221" y="93713"/>
                  <a:pt x="40999" y="93713"/>
                </a:cubicBezTo>
                <a:lnTo>
                  <a:pt x="29285" y="93713"/>
                </a:lnTo>
                <a:cubicBezTo>
                  <a:pt x="26064" y="93713"/>
                  <a:pt x="23428" y="91077"/>
                  <a:pt x="23428" y="87855"/>
                </a:cubicBezTo>
                <a:lnTo>
                  <a:pt x="23428" y="76141"/>
                </a:lnTo>
                <a:cubicBezTo>
                  <a:pt x="23428" y="72920"/>
                  <a:pt x="26064" y="70284"/>
                  <a:pt x="29285" y="70284"/>
                </a:cubicBezTo>
                <a:lnTo>
                  <a:pt x="40999" y="7028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6" name="Text 93"/>
          <p:cNvSpPr/>
          <p:nvPr/>
        </p:nvSpPr>
        <p:spPr>
          <a:xfrm>
            <a:off x="8812258" y="4262049"/>
            <a:ext cx="2258472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Integration</a:t>
            </a:r>
            <a:endParaRPr lang="en-US" sz="1600" dirty="0"/>
          </a:p>
        </p:txBody>
      </p:sp>
      <p:sp>
        <p:nvSpPr>
          <p:cNvPr id="97" name="Text 94"/>
          <p:cNvSpPr/>
          <p:nvPr/>
        </p:nvSpPr>
        <p:spPr>
          <a:xfrm>
            <a:off x="8812258" y="4449474"/>
            <a:ext cx="2249101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2028</a:t>
            </a:r>
            <a:endParaRPr lang="en-US" sz="1600" dirty="0"/>
          </a:p>
        </p:txBody>
      </p:sp>
      <p:sp>
        <p:nvSpPr>
          <p:cNvPr id="98" name="Shape 95"/>
          <p:cNvSpPr/>
          <p:nvPr/>
        </p:nvSpPr>
        <p:spPr>
          <a:xfrm>
            <a:off x="11115361" y="4318276"/>
            <a:ext cx="506048" cy="224910"/>
          </a:xfrm>
          <a:custGeom>
            <a:avLst/>
            <a:gdLst/>
            <a:ahLst/>
            <a:cxnLst/>
            <a:rect l="l" t="t" r="r" b="b"/>
            <a:pathLst>
              <a:path w="506048" h="224910">
                <a:moveTo>
                  <a:pt x="37486" y="0"/>
                </a:moveTo>
                <a:lnTo>
                  <a:pt x="468562" y="0"/>
                </a:lnTo>
                <a:cubicBezTo>
                  <a:pt x="489265" y="0"/>
                  <a:pt x="506048" y="16783"/>
                  <a:pt x="506048" y="37486"/>
                </a:cubicBezTo>
                <a:lnTo>
                  <a:pt x="506048" y="187424"/>
                </a:lnTo>
                <a:cubicBezTo>
                  <a:pt x="506048" y="208127"/>
                  <a:pt x="489265" y="224910"/>
                  <a:pt x="468562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99" name="Text 96"/>
          <p:cNvSpPr/>
          <p:nvPr/>
        </p:nvSpPr>
        <p:spPr>
          <a:xfrm>
            <a:off x="11115361" y="4318276"/>
            <a:ext cx="562275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</a:t>
            </a:r>
            <a:endParaRPr lang="en-US" sz="1600" dirty="0"/>
          </a:p>
        </p:txBody>
      </p:sp>
      <p:sp>
        <p:nvSpPr>
          <p:cNvPr id="100" name="Shape 97"/>
          <p:cNvSpPr/>
          <p:nvPr/>
        </p:nvSpPr>
        <p:spPr>
          <a:xfrm>
            <a:off x="8058809" y="5701704"/>
            <a:ext cx="3755998" cy="1150790"/>
          </a:xfrm>
          <a:custGeom>
            <a:avLst/>
            <a:gdLst/>
            <a:ahLst/>
            <a:cxnLst/>
            <a:rect l="l" t="t" r="r" b="b"/>
            <a:pathLst>
              <a:path w="3755998" h="1150790">
                <a:moveTo>
                  <a:pt x="149936" y="0"/>
                </a:moveTo>
                <a:lnTo>
                  <a:pt x="3606062" y="0"/>
                </a:lnTo>
                <a:cubicBezTo>
                  <a:pt x="3688869" y="0"/>
                  <a:pt x="3755998" y="67129"/>
                  <a:pt x="3755998" y="149936"/>
                </a:cubicBezTo>
                <a:lnTo>
                  <a:pt x="3755998" y="1000853"/>
                </a:lnTo>
                <a:cubicBezTo>
                  <a:pt x="3755998" y="1083661"/>
                  <a:pt x="3688869" y="1150790"/>
                  <a:pt x="3606062" y="1150790"/>
                </a:cubicBezTo>
                <a:lnTo>
                  <a:pt x="149936" y="1150790"/>
                </a:lnTo>
                <a:cubicBezTo>
                  <a:pt x="67129" y="1150790"/>
                  <a:pt x="0" y="1083661"/>
                  <a:pt x="0" y="1000853"/>
                </a:cubicBezTo>
                <a:lnTo>
                  <a:pt x="0" y="149936"/>
                </a:lnTo>
                <a:cubicBezTo>
                  <a:pt x="0" y="67184"/>
                  <a:pt x="67184" y="0"/>
                  <a:pt x="149936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22D3EE">
                  <a:alpha val="20000"/>
                </a:srgbClr>
              </a:gs>
            </a:gsLst>
            <a:lin ang="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9799402" y="5855395"/>
            <a:ext cx="281138" cy="281138"/>
          </a:xfrm>
          <a:custGeom>
            <a:avLst/>
            <a:gdLst/>
            <a:ahLst/>
            <a:cxnLst/>
            <a:rect l="l" t="t" r="r" b="b"/>
            <a:pathLst>
              <a:path w="281138" h="281138">
                <a:moveTo>
                  <a:pt x="70284" y="175711"/>
                </a:moveTo>
                <a:lnTo>
                  <a:pt x="13453" y="175711"/>
                </a:lnTo>
                <a:cubicBezTo>
                  <a:pt x="-220" y="175711"/>
                  <a:pt x="-8621" y="160830"/>
                  <a:pt x="-1592" y="149080"/>
                </a:cubicBezTo>
                <a:lnTo>
                  <a:pt x="27455" y="100649"/>
                </a:lnTo>
                <a:cubicBezTo>
                  <a:pt x="32232" y="92688"/>
                  <a:pt x="40798" y="87855"/>
                  <a:pt x="50078" y="87855"/>
                </a:cubicBezTo>
                <a:lnTo>
                  <a:pt x="102242" y="87855"/>
                </a:lnTo>
                <a:cubicBezTo>
                  <a:pt x="144028" y="17077"/>
                  <a:pt x="206351" y="13508"/>
                  <a:pt x="248027" y="19603"/>
                </a:cubicBezTo>
                <a:cubicBezTo>
                  <a:pt x="255055" y="20646"/>
                  <a:pt x="260546" y="26137"/>
                  <a:pt x="261535" y="33111"/>
                </a:cubicBezTo>
                <a:cubicBezTo>
                  <a:pt x="267630" y="74787"/>
                  <a:pt x="264061" y="137109"/>
                  <a:pt x="193282" y="178896"/>
                </a:cubicBezTo>
                <a:lnTo>
                  <a:pt x="193282" y="231060"/>
                </a:lnTo>
                <a:cubicBezTo>
                  <a:pt x="193282" y="240340"/>
                  <a:pt x="188450" y="248906"/>
                  <a:pt x="180488" y="253683"/>
                </a:cubicBezTo>
                <a:lnTo>
                  <a:pt x="132058" y="282730"/>
                </a:lnTo>
                <a:cubicBezTo>
                  <a:pt x="120362" y="289758"/>
                  <a:pt x="105427" y="281302"/>
                  <a:pt x="105427" y="267685"/>
                </a:cubicBezTo>
                <a:lnTo>
                  <a:pt x="105427" y="210853"/>
                </a:lnTo>
                <a:cubicBezTo>
                  <a:pt x="105427" y="191470"/>
                  <a:pt x="89668" y="175711"/>
                  <a:pt x="70284" y="175711"/>
                </a:cubicBezTo>
                <a:lnTo>
                  <a:pt x="70229" y="175711"/>
                </a:lnTo>
                <a:close/>
                <a:moveTo>
                  <a:pt x="219639" y="87855"/>
                </a:moveTo>
                <a:cubicBezTo>
                  <a:pt x="219639" y="73309"/>
                  <a:pt x="207829" y="61499"/>
                  <a:pt x="193282" y="61499"/>
                </a:cubicBezTo>
                <a:cubicBezTo>
                  <a:pt x="178735" y="61499"/>
                  <a:pt x="166925" y="73309"/>
                  <a:pt x="166925" y="87855"/>
                </a:cubicBezTo>
                <a:cubicBezTo>
                  <a:pt x="166925" y="102402"/>
                  <a:pt x="178735" y="114212"/>
                  <a:pt x="193282" y="114212"/>
                </a:cubicBezTo>
                <a:cubicBezTo>
                  <a:pt x="207829" y="114212"/>
                  <a:pt x="219639" y="102402"/>
                  <a:pt x="219639" y="8785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02" name="Text 99"/>
          <p:cNvSpPr/>
          <p:nvPr/>
        </p:nvSpPr>
        <p:spPr>
          <a:xfrm>
            <a:off x="8170327" y="6211503"/>
            <a:ext cx="3532962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to Transform</a:t>
            </a:r>
            <a:endParaRPr lang="en-US" sz="1600" dirty="0"/>
          </a:p>
        </p:txBody>
      </p:sp>
      <p:sp>
        <p:nvSpPr>
          <p:cNvPr id="103" name="Text 100"/>
          <p:cNvSpPr/>
          <p:nvPr/>
        </p:nvSpPr>
        <p:spPr>
          <a:xfrm>
            <a:off x="8179698" y="6511383"/>
            <a:ext cx="3514220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smarter cities, one report at a time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 Civic Issue Reporting &amp; Resolution System</dc:title>
  <dc:subject>Transport Civic Issue Reporting &amp; Resolution System</dc:subject>
  <dc:creator>Kimi</dc:creator>
  <cp:lastModifiedBy>Kimi</cp:lastModifiedBy>
  <cp:revision>1</cp:revision>
  <dcterms:created xsi:type="dcterms:W3CDTF">2026-02-14T13:43:13Z</dcterms:created>
  <dcterms:modified xsi:type="dcterms:W3CDTF">2026-02-14T13:43:13Z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{"Label":"Transport Civic Issue Reporting &amp; Resolution System","ContentProducer":"001191110108MACG2KBH8F10000","ProduceID":"19c5c5c0-2062-86c0-8000-0000dc0f38ac","ReservedCode1":"","ContentPropagator":"001191110108MACG2KBH8F20000","PropagateID":"19c5c5c0-2062-86c0-8000-0000dc0f38ac","ReservedCode2":""}</vt:lpwstr>
  </property>
</Properties>
</file>